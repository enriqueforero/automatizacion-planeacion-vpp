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  <p:sldMasterId id="2147483669" r:id="rId3"/>
  </p:sldMasterIdLst>
  <p:notesMasterIdLst>
    <p:notesMasterId r:id="rId16"/>
  </p:notesMasterIdLst>
  <p:sldIdLst>
    <p:sldId id="256" r:id="rId4"/>
    <p:sldId id="2147473099" r:id="rId5"/>
    <p:sldId id="2147473054" r:id="rId6"/>
    <p:sldId id="2147473100" r:id="rId7"/>
    <p:sldId id="2147473093" r:id="rId8"/>
    <p:sldId id="2147473119" r:id="rId9"/>
    <p:sldId id="2147473122" r:id="rId10"/>
    <p:sldId id="2147473123" r:id="rId11"/>
    <p:sldId id="2147473124" r:id="rId12"/>
    <p:sldId id="2147473125" r:id="rId13"/>
    <p:sldId id="2147473118" r:id="rId14"/>
    <p:sldId id="214747309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FC3ED5-A6FE-47B9-9E2A-6572059A7478}" v="35" dt="2026-03-27T16:19:21.1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282" autoAdjust="0"/>
  </p:normalViewPr>
  <p:slideViewPr>
    <p:cSldViewPr snapToGrid="0" snapToObjects="1">
      <p:cViewPr varScale="1">
        <p:scale>
          <a:sx n="67" d="100"/>
          <a:sy n="67" d="100"/>
        </p:scale>
        <p:origin x="548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microsoft.com/office/2016/11/relationships/changesInfo" Target="changesInfos/changesInfo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stor Enrique Forero Herrera" userId="43d8322e-7e61-4422-b9a5-fc2d9417ecda" providerId="ADAL" clId="{E4965C2A-3738-4A08-9D4A-06D48772EB65}"/>
    <pc:docChg chg="undo custSel addSld delSld modSld sldOrd">
      <pc:chgData name="Nestor Enrique Forero Herrera" userId="43d8322e-7e61-4422-b9a5-fc2d9417ecda" providerId="ADAL" clId="{E4965C2A-3738-4A08-9D4A-06D48772EB65}" dt="2026-03-27T17:00:24.753" v="441" actId="20577"/>
      <pc:docMkLst>
        <pc:docMk/>
      </pc:docMkLst>
      <pc:sldChg chg="addSp delSp modSp mod">
        <pc:chgData name="Nestor Enrique Forero Herrera" userId="43d8322e-7e61-4422-b9a5-fc2d9417ecda" providerId="ADAL" clId="{E4965C2A-3738-4A08-9D4A-06D48772EB65}" dt="2026-03-27T13:05:28.144" v="69" actId="1076"/>
        <pc:sldMkLst>
          <pc:docMk/>
          <pc:sldMk cId="0" sldId="256"/>
        </pc:sldMkLst>
        <pc:spChg chg="mod">
          <ac:chgData name="Nestor Enrique Forero Herrera" userId="43d8322e-7e61-4422-b9a5-fc2d9417ecda" providerId="ADAL" clId="{E4965C2A-3738-4A08-9D4A-06D48772EB65}" dt="2026-03-27T13:05:28.144" v="69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Nestor Enrique Forero Herrera" userId="43d8322e-7e61-4422-b9a5-fc2d9417ecda" providerId="ADAL" clId="{E4965C2A-3738-4A08-9D4A-06D48772EB65}" dt="2026-03-27T13:05:28.144" v="69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Nestor Enrique Forero Herrera" userId="43d8322e-7e61-4422-b9a5-fc2d9417ecda" providerId="ADAL" clId="{E4965C2A-3738-4A08-9D4A-06D48772EB65}" dt="2026-03-27T13:05:28.144" v="69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Nestor Enrique Forero Herrera" userId="43d8322e-7e61-4422-b9a5-fc2d9417ecda" providerId="ADAL" clId="{E4965C2A-3738-4A08-9D4A-06D48772EB65}" dt="2026-03-27T13:05:28.144" v="69" actId="1076"/>
          <ac:spMkLst>
            <pc:docMk/>
            <pc:sldMk cId="0" sldId="256"/>
            <ac:spMk id="5" creationId="{00000000-0000-0000-0000-000000000000}"/>
          </ac:spMkLst>
        </pc:spChg>
        <pc:spChg chg="del">
          <ac:chgData name="Nestor Enrique Forero Herrera" userId="43d8322e-7e61-4422-b9a5-fc2d9417ecda" providerId="ADAL" clId="{E4965C2A-3738-4A08-9D4A-06D48772EB65}" dt="2026-03-27T13:04:39.023" v="61" actId="478"/>
          <ac:spMkLst>
            <pc:docMk/>
            <pc:sldMk cId="0" sldId="256"/>
            <ac:spMk id="6" creationId="{00000000-0000-0000-0000-000000000000}"/>
          </ac:spMkLst>
        </pc:spChg>
        <pc:spChg chg="add del mod ord">
          <ac:chgData name="Nestor Enrique Forero Herrera" userId="43d8322e-7e61-4422-b9a5-fc2d9417ecda" providerId="ADAL" clId="{E4965C2A-3738-4A08-9D4A-06D48772EB65}" dt="2026-03-27T13:03:46.894" v="52" actId="478"/>
          <ac:spMkLst>
            <pc:docMk/>
            <pc:sldMk cId="0" sldId="256"/>
            <ac:spMk id="8" creationId="{61390B56-63A9-E5B0-E192-7FE222B474E4}"/>
          </ac:spMkLst>
        </pc:spChg>
        <pc:spChg chg="add mod ord">
          <ac:chgData name="Nestor Enrique Forero Herrera" userId="43d8322e-7e61-4422-b9a5-fc2d9417ecda" providerId="ADAL" clId="{E4965C2A-3738-4A08-9D4A-06D48772EB65}" dt="2026-03-27T13:03:57.128" v="55" actId="167"/>
          <ac:spMkLst>
            <pc:docMk/>
            <pc:sldMk cId="0" sldId="256"/>
            <ac:spMk id="9" creationId="{D805293E-D198-3FA2-B4AE-F2562849AEF4}"/>
          </ac:spMkLst>
        </pc:spChg>
        <pc:picChg chg="add mod ord">
          <ac:chgData name="Nestor Enrique Forero Herrera" userId="43d8322e-7e61-4422-b9a5-fc2d9417ecda" providerId="ADAL" clId="{E4965C2A-3738-4A08-9D4A-06D48772EB65}" dt="2026-03-27T13:03:59.627" v="56" actId="167"/>
          <ac:picMkLst>
            <pc:docMk/>
            <pc:sldMk cId="0" sldId="256"/>
            <ac:picMk id="7" creationId="{4D83E9C7-B59D-08AD-6FFA-CCCF5B017731}"/>
          </ac:picMkLst>
        </pc:picChg>
        <pc:picChg chg="add mod">
          <ac:chgData name="Nestor Enrique Forero Herrera" userId="43d8322e-7e61-4422-b9a5-fc2d9417ecda" providerId="ADAL" clId="{E4965C2A-3738-4A08-9D4A-06D48772EB65}" dt="2026-03-27T13:04:35.868" v="60" actId="1076"/>
          <ac:picMkLst>
            <pc:docMk/>
            <pc:sldMk cId="0" sldId="256"/>
            <ac:picMk id="10" creationId="{44A10A8E-CB95-8F85-A6B6-9DE2C5A9BDD0}"/>
          </ac:picMkLst>
        </pc:picChg>
      </pc:sldChg>
      <pc:sldChg chg="del">
        <pc:chgData name="Nestor Enrique Forero Herrera" userId="43d8322e-7e61-4422-b9a5-fc2d9417ecda" providerId="ADAL" clId="{E4965C2A-3738-4A08-9D4A-06D48772EB65}" dt="2026-03-27T13:07:18.273" v="80" actId="47"/>
        <pc:sldMkLst>
          <pc:docMk/>
          <pc:sldMk cId="0" sldId="257"/>
        </pc:sldMkLst>
      </pc:sldChg>
      <pc:sldChg chg="del">
        <pc:chgData name="Nestor Enrique Forero Herrera" userId="43d8322e-7e61-4422-b9a5-fc2d9417ecda" providerId="ADAL" clId="{E4965C2A-3738-4A08-9D4A-06D48772EB65}" dt="2026-03-27T13:09:03.736" v="93" actId="47"/>
        <pc:sldMkLst>
          <pc:docMk/>
          <pc:sldMk cId="0" sldId="258"/>
        </pc:sldMkLst>
      </pc:sldChg>
      <pc:sldChg chg="modSp del mod">
        <pc:chgData name="Nestor Enrique Forero Herrera" userId="43d8322e-7e61-4422-b9a5-fc2d9417ecda" providerId="ADAL" clId="{E4965C2A-3738-4A08-9D4A-06D48772EB65}" dt="2026-03-27T13:10:04.105" v="103" actId="47"/>
        <pc:sldMkLst>
          <pc:docMk/>
          <pc:sldMk cId="0" sldId="259"/>
        </pc:sldMkLst>
        <pc:spChg chg="mod">
          <ac:chgData name="Nestor Enrique Forero Herrera" userId="43d8322e-7e61-4422-b9a5-fc2d9417ecda" providerId="ADAL" clId="{E4965C2A-3738-4A08-9D4A-06D48772EB65}" dt="2026-03-26T20:40:42.255" v="0" actId="207"/>
          <ac:spMkLst>
            <pc:docMk/>
            <pc:sldMk cId="0" sldId="259"/>
            <ac:spMk id="9" creationId="{00000000-0000-0000-0000-000000000000}"/>
          </ac:spMkLst>
        </pc:spChg>
        <pc:spChg chg="mod">
          <ac:chgData name="Nestor Enrique Forero Herrera" userId="43d8322e-7e61-4422-b9a5-fc2d9417ecda" providerId="ADAL" clId="{E4965C2A-3738-4A08-9D4A-06D48772EB65}" dt="2026-03-26T20:40:42.255" v="0" actId="207"/>
          <ac:spMkLst>
            <pc:docMk/>
            <pc:sldMk cId="0" sldId="259"/>
            <ac:spMk id="10" creationId="{00000000-0000-0000-0000-000000000000}"/>
          </ac:spMkLst>
        </pc:spChg>
        <pc:spChg chg="mod">
          <ac:chgData name="Nestor Enrique Forero Herrera" userId="43d8322e-7e61-4422-b9a5-fc2d9417ecda" providerId="ADAL" clId="{E4965C2A-3738-4A08-9D4A-06D48772EB65}" dt="2026-03-26T20:40:42.255" v="0" actId="207"/>
          <ac:spMkLst>
            <pc:docMk/>
            <pc:sldMk cId="0" sldId="259"/>
            <ac:spMk id="15" creationId="{00000000-0000-0000-0000-000000000000}"/>
          </ac:spMkLst>
        </pc:spChg>
        <pc:spChg chg="mod">
          <ac:chgData name="Nestor Enrique Forero Herrera" userId="43d8322e-7e61-4422-b9a5-fc2d9417ecda" providerId="ADAL" clId="{E4965C2A-3738-4A08-9D4A-06D48772EB65}" dt="2026-03-26T20:40:42.255" v="0" actId="207"/>
          <ac:spMkLst>
            <pc:docMk/>
            <pc:sldMk cId="0" sldId="259"/>
            <ac:spMk id="21" creationId="{00000000-0000-0000-0000-000000000000}"/>
          </ac:spMkLst>
        </pc:spChg>
        <pc:spChg chg="mod">
          <ac:chgData name="Nestor Enrique Forero Herrera" userId="43d8322e-7e61-4422-b9a5-fc2d9417ecda" providerId="ADAL" clId="{E4965C2A-3738-4A08-9D4A-06D48772EB65}" dt="2026-03-26T20:40:42.255" v="0" actId="207"/>
          <ac:spMkLst>
            <pc:docMk/>
            <pc:sldMk cId="0" sldId="259"/>
            <ac:spMk id="22" creationId="{00000000-0000-0000-0000-000000000000}"/>
          </ac:spMkLst>
        </pc:spChg>
        <pc:spChg chg="mod">
          <ac:chgData name="Nestor Enrique Forero Herrera" userId="43d8322e-7e61-4422-b9a5-fc2d9417ecda" providerId="ADAL" clId="{E4965C2A-3738-4A08-9D4A-06D48772EB65}" dt="2026-03-26T20:40:42.255" v="0" actId="207"/>
          <ac:spMkLst>
            <pc:docMk/>
            <pc:sldMk cId="0" sldId="259"/>
            <ac:spMk id="28" creationId="{00000000-0000-0000-0000-000000000000}"/>
          </ac:spMkLst>
        </pc:spChg>
        <pc:spChg chg="mod">
          <ac:chgData name="Nestor Enrique Forero Herrera" userId="43d8322e-7e61-4422-b9a5-fc2d9417ecda" providerId="ADAL" clId="{E4965C2A-3738-4A08-9D4A-06D48772EB65}" dt="2026-03-26T20:40:42.255" v="0" actId="207"/>
          <ac:spMkLst>
            <pc:docMk/>
            <pc:sldMk cId="0" sldId="259"/>
            <ac:spMk id="31" creationId="{00000000-0000-0000-0000-000000000000}"/>
          </ac:spMkLst>
        </pc:spChg>
        <pc:spChg chg="mod">
          <ac:chgData name="Nestor Enrique Forero Herrera" userId="43d8322e-7e61-4422-b9a5-fc2d9417ecda" providerId="ADAL" clId="{E4965C2A-3738-4A08-9D4A-06D48772EB65}" dt="2026-03-26T20:40:42.255" v="0" actId="207"/>
          <ac:spMkLst>
            <pc:docMk/>
            <pc:sldMk cId="0" sldId="259"/>
            <ac:spMk id="33" creationId="{00000000-0000-0000-0000-000000000000}"/>
          </ac:spMkLst>
        </pc:spChg>
        <pc:spChg chg="mod">
          <ac:chgData name="Nestor Enrique Forero Herrera" userId="43d8322e-7e61-4422-b9a5-fc2d9417ecda" providerId="ADAL" clId="{E4965C2A-3738-4A08-9D4A-06D48772EB65}" dt="2026-03-26T20:40:42.255" v="0" actId="207"/>
          <ac:spMkLst>
            <pc:docMk/>
            <pc:sldMk cId="0" sldId="259"/>
            <ac:spMk id="34" creationId="{00000000-0000-0000-0000-000000000000}"/>
          </ac:spMkLst>
        </pc:spChg>
        <pc:spChg chg="mod">
          <ac:chgData name="Nestor Enrique Forero Herrera" userId="43d8322e-7e61-4422-b9a5-fc2d9417ecda" providerId="ADAL" clId="{E4965C2A-3738-4A08-9D4A-06D48772EB65}" dt="2026-03-26T20:40:42.255" v="0" actId="207"/>
          <ac:spMkLst>
            <pc:docMk/>
            <pc:sldMk cId="0" sldId="259"/>
            <ac:spMk id="36" creationId="{00000000-0000-0000-0000-000000000000}"/>
          </ac:spMkLst>
        </pc:spChg>
      </pc:sldChg>
      <pc:sldChg chg="del">
        <pc:chgData name="Nestor Enrique Forero Herrera" userId="43d8322e-7e61-4422-b9a5-fc2d9417ecda" providerId="ADAL" clId="{E4965C2A-3738-4A08-9D4A-06D48772EB65}" dt="2026-03-27T13:12:08.545" v="112" actId="47"/>
        <pc:sldMkLst>
          <pc:docMk/>
          <pc:sldMk cId="0" sldId="260"/>
        </pc:sldMkLst>
      </pc:sldChg>
      <pc:sldChg chg="del">
        <pc:chgData name="Nestor Enrique Forero Herrera" userId="43d8322e-7e61-4422-b9a5-fc2d9417ecda" providerId="ADAL" clId="{E4965C2A-3738-4A08-9D4A-06D48772EB65}" dt="2026-03-27T13:17:57.857" v="141" actId="47"/>
        <pc:sldMkLst>
          <pc:docMk/>
          <pc:sldMk cId="0" sldId="261"/>
        </pc:sldMkLst>
      </pc:sldChg>
      <pc:sldChg chg="del">
        <pc:chgData name="Nestor Enrique Forero Herrera" userId="43d8322e-7e61-4422-b9a5-fc2d9417ecda" providerId="ADAL" clId="{E4965C2A-3738-4A08-9D4A-06D48772EB65}" dt="2026-03-27T13:18:18.226" v="147" actId="47"/>
        <pc:sldMkLst>
          <pc:docMk/>
          <pc:sldMk cId="0" sldId="262"/>
        </pc:sldMkLst>
      </pc:sldChg>
      <pc:sldChg chg="del">
        <pc:chgData name="Nestor Enrique Forero Herrera" userId="43d8322e-7e61-4422-b9a5-fc2d9417ecda" providerId="ADAL" clId="{E4965C2A-3738-4A08-9D4A-06D48772EB65}" dt="2026-03-27T13:18:53.948" v="161" actId="47"/>
        <pc:sldMkLst>
          <pc:docMk/>
          <pc:sldMk cId="0" sldId="263"/>
        </pc:sldMkLst>
      </pc:sldChg>
      <pc:sldChg chg="del">
        <pc:chgData name="Nestor Enrique Forero Herrera" userId="43d8322e-7e61-4422-b9a5-fc2d9417ecda" providerId="ADAL" clId="{E4965C2A-3738-4A08-9D4A-06D48772EB65}" dt="2026-03-27T13:15:18.375" v="129" actId="47"/>
        <pc:sldMkLst>
          <pc:docMk/>
          <pc:sldMk cId="0" sldId="264"/>
        </pc:sldMkLst>
      </pc:sldChg>
      <pc:sldChg chg="del">
        <pc:chgData name="Nestor Enrique Forero Herrera" userId="43d8322e-7e61-4422-b9a5-fc2d9417ecda" providerId="ADAL" clId="{E4965C2A-3738-4A08-9D4A-06D48772EB65}" dt="2026-03-27T13:13:59.841" v="119" actId="47"/>
        <pc:sldMkLst>
          <pc:docMk/>
          <pc:sldMk cId="0" sldId="265"/>
        </pc:sldMkLst>
      </pc:sldChg>
      <pc:sldChg chg="addSp delSp modSp add mod ord">
        <pc:chgData name="Nestor Enrique Forero Herrera" userId="43d8322e-7e61-4422-b9a5-fc2d9417ecda" providerId="ADAL" clId="{E4965C2A-3738-4A08-9D4A-06D48772EB65}" dt="2026-03-27T13:08:58.725" v="92" actId="1076"/>
        <pc:sldMkLst>
          <pc:docMk/>
          <pc:sldMk cId="3917740286" sldId="2147473054"/>
        </pc:sldMkLst>
        <pc:spChg chg="del">
          <ac:chgData name="Nestor Enrique Forero Herrera" userId="43d8322e-7e61-4422-b9a5-fc2d9417ecda" providerId="ADAL" clId="{E4965C2A-3738-4A08-9D4A-06D48772EB65}" dt="2026-03-27T13:07:53.640" v="82" actId="478"/>
          <ac:spMkLst>
            <pc:docMk/>
            <pc:sldMk cId="3917740286" sldId="2147473054"/>
            <ac:spMk id="4" creationId="{C39C80FD-DD16-6A50-AEF3-73D023F3BACA}"/>
          </ac:spMkLst>
        </pc:spChg>
        <pc:spChg chg="mod">
          <ac:chgData name="Nestor Enrique Forero Herrera" userId="43d8322e-7e61-4422-b9a5-fc2d9417ecda" providerId="ADAL" clId="{E4965C2A-3738-4A08-9D4A-06D48772EB65}" dt="2026-03-27T13:08:25.452" v="86" actId="1076"/>
          <ac:spMkLst>
            <pc:docMk/>
            <pc:sldMk cId="3917740286" sldId="2147473054"/>
            <ac:spMk id="6" creationId="{2A5235C5-3214-933C-2F16-166DB0085009}"/>
          </ac:spMkLst>
        </pc:spChg>
        <pc:spChg chg="add mod">
          <ac:chgData name="Nestor Enrique Forero Herrera" userId="43d8322e-7e61-4422-b9a5-fc2d9417ecda" providerId="ADAL" clId="{E4965C2A-3738-4A08-9D4A-06D48772EB65}" dt="2026-03-27T13:08:30.543" v="88" actId="1076"/>
          <ac:spMkLst>
            <pc:docMk/>
            <pc:sldMk cId="3917740286" sldId="2147473054"/>
            <ac:spMk id="10" creationId="{AB2E41CE-392E-929F-5DEC-26C9C2AC956F}"/>
          </ac:spMkLst>
        </pc:spChg>
        <pc:spChg chg="del">
          <ac:chgData name="Nestor Enrique Forero Herrera" userId="43d8322e-7e61-4422-b9a5-fc2d9417ecda" providerId="ADAL" clId="{E4965C2A-3738-4A08-9D4A-06D48772EB65}" dt="2026-03-27T13:08:35.093" v="89" actId="478"/>
          <ac:spMkLst>
            <pc:docMk/>
            <pc:sldMk cId="3917740286" sldId="2147473054"/>
            <ac:spMk id="12" creationId="{5F69ACD3-D888-B072-7369-1437AA4807E5}"/>
          </ac:spMkLst>
        </pc:spChg>
        <pc:spChg chg="add mod">
          <ac:chgData name="Nestor Enrique Forero Herrera" userId="43d8322e-7e61-4422-b9a5-fc2d9417ecda" providerId="ADAL" clId="{E4965C2A-3738-4A08-9D4A-06D48772EB65}" dt="2026-03-27T13:08:58.725" v="92" actId="1076"/>
          <ac:spMkLst>
            <pc:docMk/>
            <pc:sldMk cId="3917740286" sldId="2147473054"/>
            <ac:spMk id="13" creationId="{B601E17D-73A2-CF5E-D97B-380A10D6AE1A}"/>
          </ac:spMkLst>
        </pc:spChg>
        <pc:spChg chg="add mod">
          <ac:chgData name="Nestor Enrique Forero Herrera" userId="43d8322e-7e61-4422-b9a5-fc2d9417ecda" providerId="ADAL" clId="{E4965C2A-3738-4A08-9D4A-06D48772EB65}" dt="2026-03-27T13:08:58.725" v="92" actId="1076"/>
          <ac:spMkLst>
            <pc:docMk/>
            <pc:sldMk cId="3917740286" sldId="2147473054"/>
            <ac:spMk id="14" creationId="{A64F88F2-608D-9ED9-5408-32F9BEC9A97A}"/>
          </ac:spMkLst>
        </pc:spChg>
        <pc:spChg chg="add mod">
          <ac:chgData name="Nestor Enrique Forero Herrera" userId="43d8322e-7e61-4422-b9a5-fc2d9417ecda" providerId="ADAL" clId="{E4965C2A-3738-4A08-9D4A-06D48772EB65}" dt="2026-03-27T13:08:58.725" v="92" actId="1076"/>
          <ac:spMkLst>
            <pc:docMk/>
            <pc:sldMk cId="3917740286" sldId="2147473054"/>
            <ac:spMk id="16" creationId="{D241767B-E310-91F9-D267-81CC7319559E}"/>
          </ac:spMkLst>
        </pc:spChg>
        <pc:spChg chg="del">
          <ac:chgData name="Nestor Enrique Forero Herrera" userId="43d8322e-7e61-4422-b9a5-fc2d9417ecda" providerId="ADAL" clId="{E4965C2A-3738-4A08-9D4A-06D48772EB65}" dt="2026-03-27T13:08:35.093" v="89" actId="478"/>
          <ac:spMkLst>
            <pc:docMk/>
            <pc:sldMk cId="3917740286" sldId="2147473054"/>
            <ac:spMk id="19" creationId="{FFB1C067-AF22-83A2-0B33-E44DA4F5C363}"/>
          </ac:spMkLst>
        </pc:spChg>
        <pc:spChg chg="add mod">
          <ac:chgData name="Nestor Enrique Forero Herrera" userId="43d8322e-7e61-4422-b9a5-fc2d9417ecda" providerId="ADAL" clId="{E4965C2A-3738-4A08-9D4A-06D48772EB65}" dt="2026-03-27T13:08:58.725" v="92" actId="1076"/>
          <ac:spMkLst>
            <pc:docMk/>
            <pc:sldMk cId="3917740286" sldId="2147473054"/>
            <ac:spMk id="23" creationId="{C10C6890-5956-71B0-28B2-52CF5BD7F0CE}"/>
          </ac:spMkLst>
        </pc:spChg>
        <pc:spChg chg="add mod">
          <ac:chgData name="Nestor Enrique Forero Herrera" userId="43d8322e-7e61-4422-b9a5-fc2d9417ecda" providerId="ADAL" clId="{E4965C2A-3738-4A08-9D4A-06D48772EB65}" dt="2026-03-27T13:08:58.725" v="92" actId="1076"/>
          <ac:spMkLst>
            <pc:docMk/>
            <pc:sldMk cId="3917740286" sldId="2147473054"/>
            <ac:spMk id="25" creationId="{455F2F2E-CE90-8268-E661-D9849D829553}"/>
          </ac:spMkLst>
        </pc:spChg>
        <pc:spChg chg="del">
          <ac:chgData name="Nestor Enrique Forero Herrera" userId="43d8322e-7e61-4422-b9a5-fc2d9417ecda" providerId="ADAL" clId="{E4965C2A-3738-4A08-9D4A-06D48772EB65}" dt="2026-03-27T13:08:35.093" v="89" actId="478"/>
          <ac:spMkLst>
            <pc:docMk/>
            <pc:sldMk cId="3917740286" sldId="2147473054"/>
            <ac:spMk id="26" creationId="{CFD39CA2-F77C-16F6-976E-25057EA6E15D}"/>
          </ac:spMkLst>
        </pc:spChg>
        <pc:spChg chg="add mod">
          <ac:chgData name="Nestor Enrique Forero Herrera" userId="43d8322e-7e61-4422-b9a5-fc2d9417ecda" providerId="ADAL" clId="{E4965C2A-3738-4A08-9D4A-06D48772EB65}" dt="2026-03-27T13:08:58.725" v="92" actId="1076"/>
          <ac:spMkLst>
            <pc:docMk/>
            <pc:sldMk cId="3917740286" sldId="2147473054"/>
            <ac:spMk id="28" creationId="{2259063F-7AAA-51DA-7EB9-E46AD2AB83E9}"/>
          </ac:spMkLst>
        </pc:spChg>
        <pc:spChg chg="add mod">
          <ac:chgData name="Nestor Enrique Forero Herrera" userId="43d8322e-7e61-4422-b9a5-fc2d9417ecda" providerId="ADAL" clId="{E4965C2A-3738-4A08-9D4A-06D48772EB65}" dt="2026-03-27T13:08:58.725" v="92" actId="1076"/>
          <ac:spMkLst>
            <pc:docMk/>
            <pc:sldMk cId="3917740286" sldId="2147473054"/>
            <ac:spMk id="30" creationId="{117B9F69-A705-9E30-21BE-31F1C6118C76}"/>
          </ac:spMkLst>
        </pc:spChg>
        <pc:spChg chg="add mod">
          <ac:chgData name="Nestor Enrique Forero Herrera" userId="43d8322e-7e61-4422-b9a5-fc2d9417ecda" providerId="ADAL" clId="{E4965C2A-3738-4A08-9D4A-06D48772EB65}" dt="2026-03-27T13:08:58.725" v="92" actId="1076"/>
          <ac:spMkLst>
            <pc:docMk/>
            <pc:sldMk cId="3917740286" sldId="2147473054"/>
            <ac:spMk id="32" creationId="{7BE31771-7BFD-D1AD-768F-E09D44845230}"/>
          </ac:spMkLst>
        </pc:spChg>
        <pc:spChg chg="add mod">
          <ac:chgData name="Nestor Enrique Forero Herrera" userId="43d8322e-7e61-4422-b9a5-fc2d9417ecda" providerId="ADAL" clId="{E4965C2A-3738-4A08-9D4A-06D48772EB65}" dt="2026-03-27T13:08:58.725" v="92" actId="1076"/>
          <ac:spMkLst>
            <pc:docMk/>
            <pc:sldMk cId="3917740286" sldId="2147473054"/>
            <ac:spMk id="33" creationId="{7C1382BB-3616-BCEC-9611-F92EE696DED1}"/>
          </ac:spMkLst>
        </pc:spChg>
        <pc:spChg chg="add mod">
          <ac:chgData name="Nestor Enrique Forero Herrera" userId="43d8322e-7e61-4422-b9a5-fc2d9417ecda" providerId="ADAL" clId="{E4965C2A-3738-4A08-9D4A-06D48772EB65}" dt="2026-03-27T13:08:58.725" v="92" actId="1076"/>
          <ac:spMkLst>
            <pc:docMk/>
            <pc:sldMk cId="3917740286" sldId="2147473054"/>
            <ac:spMk id="34" creationId="{CE9FEF71-6634-6EDE-93E4-65F81A4E79F4}"/>
          </ac:spMkLst>
        </pc:spChg>
        <pc:spChg chg="del">
          <ac:chgData name="Nestor Enrique Forero Herrera" userId="43d8322e-7e61-4422-b9a5-fc2d9417ecda" providerId="ADAL" clId="{E4965C2A-3738-4A08-9D4A-06D48772EB65}" dt="2026-03-27T13:08:35.093" v="89" actId="478"/>
          <ac:spMkLst>
            <pc:docMk/>
            <pc:sldMk cId="3917740286" sldId="2147473054"/>
            <ac:spMk id="46" creationId="{D2EE24DC-CA62-DD2F-9A91-B8E000B1B174}"/>
          </ac:spMkLst>
        </pc:spChg>
        <pc:spChg chg="del">
          <ac:chgData name="Nestor Enrique Forero Herrera" userId="43d8322e-7e61-4422-b9a5-fc2d9417ecda" providerId="ADAL" clId="{E4965C2A-3738-4A08-9D4A-06D48772EB65}" dt="2026-03-27T13:08:35.093" v="89" actId="478"/>
          <ac:spMkLst>
            <pc:docMk/>
            <pc:sldMk cId="3917740286" sldId="2147473054"/>
            <ac:spMk id="61" creationId="{4C43108C-F0D0-AD8E-B116-14B913CEF467}"/>
          </ac:spMkLst>
        </pc:spChg>
        <pc:cxnChg chg="del">
          <ac:chgData name="Nestor Enrique Forero Herrera" userId="43d8322e-7e61-4422-b9a5-fc2d9417ecda" providerId="ADAL" clId="{E4965C2A-3738-4A08-9D4A-06D48772EB65}" dt="2026-03-27T13:08:35.093" v="89" actId="478"/>
          <ac:cxnSpMkLst>
            <pc:docMk/>
            <pc:sldMk cId="3917740286" sldId="2147473054"/>
            <ac:cxnSpMk id="5" creationId="{09A47C23-E5FE-A415-0BDB-15FB49CCF058}"/>
          </ac:cxnSpMkLst>
        </pc:cxnChg>
        <pc:cxnChg chg="mod">
          <ac:chgData name="Nestor Enrique Forero Herrera" userId="43d8322e-7e61-4422-b9a5-fc2d9417ecda" providerId="ADAL" clId="{E4965C2A-3738-4A08-9D4A-06D48772EB65}" dt="2026-03-27T13:08:25.452" v="86" actId="1076"/>
          <ac:cxnSpMkLst>
            <pc:docMk/>
            <pc:sldMk cId="3917740286" sldId="2147473054"/>
            <ac:cxnSpMk id="9" creationId="{528F5744-0E52-3939-3C30-6A0317D4BFB5}"/>
          </ac:cxnSpMkLst>
        </pc:cxnChg>
        <pc:cxnChg chg="del">
          <ac:chgData name="Nestor Enrique Forero Herrera" userId="43d8322e-7e61-4422-b9a5-fc2d9417ecda" providerId="ADAL" clId="{E4965C2A-3738-4A08-9D4A-06D48772EB65}" dt="2026-03-27T13:08:35.093" v="89" actId="478"/>
          <ac:cxnSpMkLst>
            <pc:docMk/>
            <pc:sldMk cId="3917740286" sldId="2147473054"/>
            <ac:cxnSpMk id="17" creationId="{F75006BA-8B2B-A506-3A6F-93434F12767C}"/>
          </ac:cxnSpMkLst>
        </pc:cxnChg>
        <pc:cxnChg chg="del">
          <ac:chgData name="Nestor Enrique Forero Herrera" userId="43d8322e-7e61-4422-b9a5-fc2d9417ecda" providerId="ADAL" clId="{E4965C2A-3738-4A08-9D4A-06D48772EB65}" dt="2026-03-27T13:08:35.093" v="89" actId="478"/>
          <ac:cxnSpMkLst>
            <pc:docMk/>
            <pc:sldMk cId="3917740286" sldId="2147473054"/>
            <ac:cxnSpMk id="18" creationId="{CFF27A60-313C-980F-C4FF-0E9256988036}"/>
          </ac:cxnSpMkLst>
        </pc:cxnChg>
        <pc:cxnChg chg="del">
          <ac:chgData name="Nestor Enrique Forero Herrera" userId="43d8322e-7e61-4422-b9a5-fc2d9417ecda" providerId="ADAL" clId="{E4965C2A-3738-4A08-9D4A-06D48772EB65}" dt="2026-03-27T13:08:35.093" v="89" actId="478"/>
          <ac:cxnSpMkLst>
            <pc:docMk/>
            <pc:sldMk cId="3917740286" sldId="2147473054"/>
            <ac:cxnSpMk id="66" creationId="{C05D9620-17D8-C786-8130-C7108BF58FBD}"/>
          </ac:cxnSpMkLst>
        </pc:cxnChg>
      </pc:sldChg>
      <pc:sldChg chg="modSp add mod">
        <pc:chgData name="Nestor Enrique Forero Herrera" userId="43d8322e-7e61-4422-b9a5-fc2d9417ecda" providerId="ADAL" clId="{E4965C2A-3738-4A08-9D4A-06D48772EB65}" dt="2026-03-27T13:12:01.889" v="111"/>
        <pc:sldMkLst>
          <pc:docMk/>
          <pc:sldMk cId="1604606404" sldId="2147473093"/>
        </pc:sldMkLst>
        <pc:spChg chg="mod">
          <ac:chgData name="Nestor Enrique Forero Herrera" userId="43d8322e-7e61-4422-b9a5-fc2d9417ecda" providerId="ADAL" clId="{E4965C2A-3738-4A08-9D4A-06D48772EB65}" dt="2026-03-27T13:11:21.514" v="108"/>
          <ac:spMkLst>
            <pc:docMk/>
            <pc:sldMk cId="1604606404" sldId="2147473093"/>
            <ac:spMk id="6" creationId="{754E0844-218B-D6E3-6EFC-B0C237CF6A67}"/>
          </ac:spMkLst>
        </pc:spChg>
        <pc:spChg chg="mod">
          <ac:chgData name="Nestor Enrique Forero Herrera" userId="43d8322e-7e61-4422-b9a5-fc2d9417ecda" providerId="ADAL" clId="{E4965C2A-3738-4A08-9D4A-06D48772EB65}" dt="2026-03-27T13:11:03.690" v="105"/>
          <ac:spMkLst>
            <pc:docMk/>
            <pc:sldMk cId="1604606404" sldId="2147473093"/>
            <ac:spMk id="11" creationId="{88C985DB-88C9-0C45-6289-2659E8B74CC4}"/>
          </ac:spMkLst>
        </pc:spChg>
        <pc:spChg chg="mod">
          <ac:chgData name="Nestor Enrique Forero Herrera" userId="43d8322e-7e61-4422-b9a5-fc2d9417ecda" providerId="ADAL" clId="{E4965C2A-3738-4A08-9D4A-06D48772EB65}" dt="2026-03-27T13:11:37.403" v="109"/>
          <ac:spMkLst>
            <pc:docMk/>
            <pc:sldMk cId="1604606404" sldId="2147473093"/>
            <ac:spMk id="15" creationId="{394CE3A3-64FA-46DC-B0CF-FF1BF75D3167}"/>
          </ac:spMkLst>
        </pc:spChg>
        <pc:spChg chg="mod">
          <ac:chgData name="Nestor Enrique Forero Herrera" userId="43d8322e-7e61-4422-b9a5-fc2d9417ecda" providerId="ADAL" clId="{E4965C2A-3738-4A08-9D4A-06D48772EB65}" dt="2026-03-27T13:11:50.547" v="110"/>
          <ac:spMkLst>
            <pc:docMk/>
            <pc:sldMk cId="1604606404" sldId="2147473093"/>
            <ac:spMk id="17" creationId="{AADE1FA7-2E0B-45E7-746E-86A7B7727078}"/>
          </ac:spMkLst>
        </pc:spChg>
        <pc:spChg chg="mod">
          <ac:chgData name="Nestor Enrique Forero Herrera" userId="43d8322e-7e61-4422-b9a5-fc2d9417ecda" providerId="ADAL" clId="{E4965C2A-3738-4A08-9D4A-06D48772EB65}" dt="2026-03-27T13:12:01.889" v="111"/>
          <ac:spMkLst>
            <pc:docMk/>
            <pc:sldMk cId="1604606404" sldId="2147473093"/>
            <ac:spMk id="19" creationId="{85574DD3-7C9E-071D-A78F-48F0ACE770D1}"/>
          </ac:spMkLst>
        </pc:spChg>
      </pc:sldChg>
      <pc:sldChg chg="addSp modSp add mod">
        <pc:chgData name="Nestor Enrique Forero Herrera" userId="43d8322e-7e61-4422-b9a5-fc2d9417ecda" providerId="ADAL" clId="{E4965C2A-3738-4A08-9D4A-06D48772EB65}" dt="2026-03-27T13:13:55.977" v="118" actId="113"/>
        <pc:sldMkLst>
          <pc:docMk/>
          <pc:sldMk cId="1643537383" sldId="2147473098"/>
        </pc:sldMkLst>
        <pc:spChg chg="add mod">
          <ac:chgData name="Nestor Enrique Forero Herrera" userId="43d8322e-7e61-4422-b9a5-fc2d9417ecda" providerId="ADAL" clId="{E4965C2A-3738-4A08-9D4A-06D48772EB65}" dt="2026-03-27T13:13:55.977" v="118" actId="113"/>
          <ac:spMkLst>
            <pc:docMk/>
            <pc:sldMk cId="1643537383" sldId="2147473098"/>
            <ac:spMk id="2" creationId="{CD27DB47-960C-4A47-DBBC-5717E7CE09D7}"/>
          </ac:spMkLst>
        </pc:spChg>
        <pc:picChg chg="mod">
          <ac:chgData name="Nestor Enrique Forero Herrera" userId="43d8322e-7e61-4422-b9a5-fc2d9417ecda" providerId="ADAL" clId="{E4965C2A-3738-4A08-9D4A-06D48772EB65}" dt="2026-03-27T13:13:44.672" v="114" actId="1076"/>
          <ac:picMkLst>
            <pc:docMk/>
            <pc:sldMk cId="1643537383" sldId="2147473098"/>
            <ac:picMk id="11" creationId="{132C43F0-57EA-B53F-5A8F-0397236CEF8D}"/>
          </ac:picMkLst>
        </pc:picChg>
      </pc:sldChg>
      <pc:sldChg chg="addSp delSp modSp add del mod">
        <pc:chgData name="Nestor Enrique Forero Herrera" userId="43d8322e-7e61-4422-b9a5-fc2d9417ecda" providerId="ADAL" clId="{E4965C2A-3738-4A08-9D4A-06D48772EB65}" dt="2026-03-27T13:07:13.632" v="79"/>
        <pc:sldMkLst>
          <pc:docMk/>
          <pc:sldMk cId="4074669418" sldId="2147473099"/>
        </pc:sldMkLst>
        <pc:spChg chg="mod">
          <ac:chgData name="Nestor Enrique Forero Herrera" userId="43d8322e-7e61-4422-b9a5-fc2d9417ecda" providerId="ADAL" clId="{E4965C2A-3738-4A08-9D4A-06D48772EB65}" dt="2026-03-27T13:06:21.555" v="75"/>
          <ac:spMkLst>
            <pc:docMk/>
            <pc:sldMk cId="4074669418" sldId="2147473099"/>
            <ac:spMk id="9" creationId="{992E836A-141A-3568-0B26-642002F57FAA}"/>
          </ac:spMkLst>
        </pc:spChg>
        <pc:spChg chg="mod">
          <ac:chgData name="Nestor Enrique Forero Herrera" userId="43d8322e-7e61-4422-b9a5-fc2d9417ecda" providerId="ADAL" clId="{E4965C2A-3738-4A08-9D4A-06D48772EB65}" dt="2026-03-27T13:06:50.444" v="77"/>
          <ac:spMkLst>
            <pc:docMk/>
            <pc:sldMk cId="4074669418" sldId="2147473099"/>
            <ac:spMk id="10" creationId="{D1840287-498B-3522-A4DB-0D7ED28FEE70}"/>
          </ac:spMkLst>
        </pc:spChg>
        <pc:spChg chg="mod">
          <ac:chgData name="Nestor Enrique Forero Herrera" userId="43d8322e-7e61-4422-b9a5-fc2d9417ecda" providerId="ADAL" clId="{E4965C2A-3738-4A08-9D4A-06D48772EB65}" dt="2026-03-27T13:07:02.983" v="78"/>
          <ac:spMkLst>
            <pc:docMk/>
            <pc:sldMk cId="4074669418" sldId="2147473099"/>
            <ac:spMk id="11" creationId="{A422ED94-3B00-A923-BD2D-D9BDFCACD89B}"/>
          </ac:spMkLst>
        </pc:spChg>
        <pc:spChg chg="mod">
          <ac:chgData name="Nestor Enrique Forero Herrera" userId="43d8322e-7e61-4422-b9a5-fc2d9417ecda" providerId="ADAL" clId="{E4965C2A-3738-4A08-9D4A-06D48772EB65}" dt="2026-03-27T13:07:13.632" v="79"/>
          <ac:spMkLst>
            <pc:docMk/>
            <pc:sldMk cId="4074669418" sldId="2147473099"/>
            <ac:spMk id="12" creationId="{CAFC37E6-3CCC-FD70-8CF3-D4785CE52546}"/>
          </ac:spMkLst>
        </pc:spChg>
        <pc:spChg chg="mod">
          <ac:chgData name="Nestor Enrique Forero Herrera" userId="43d8322e-7e61-4422-b9a5-fc2d9417ecda" providerId="ADAL" clId="{E4965C2A-3738-4A08-9D4A-06D48772EB65}" dt="2026-03-27T13:06:36.812" v="76"/>
          <ac:spMkLst>
            <pc:docMk/>
            <pc:sldMk cId="4074669418" sldId="2147473099"/>
            <ac:spMk id="14" creationId="{F4317A65-79E7-4DAB-0056-BB1FCBFB6C91}"/>
          </ac:spMkLst>
        </pc:spChg>
        <pc:spChg chg="add del">
          <ac:chgData name="Nestor Enrique Forero Herrera" userId="43d8322e-7e61-4422-b9a5-fc2d9417ecda" providerId="ADAL" clId="{E4965C2A-3738-4A08-9D4A-06D48772EB65}" dt="2026-03-27T13:06:01.459" v="72" actId="478"/>
          <ac:spMkLst>
            <pc:docMk/>
            <pc:sldMk cId="4074669418" sldId="2147473099"/>
            <ac:spMk id="27" creationId="{E8D0CF51-D744-19E2-68DF-206ECDB95CBB}"/>
          </ac:spMkLst>
        </pc:spChg>
      </pc:sldChg>
      <pc:sldChg chg="addSp delSp modSp add mod">
        <pc:chgData name="Nestor Enrique Forero Herrera" userId="43d8322e-7e61-4422-b9a5-fc2d9417ecda" providerId="ADAL" clId="{E4965C2A-3738-4A08-9D4A-06D48772EB65}" dt="2026-03-27T13:10:01.221" v="102" actId="1076"/>
        <pc:sldMkLst>
          <pc:docMk/>
          <pc:sldMk cId="2457863121" sldId="2147473100"/>
        </pc:sldMkLst>
        <pc:spChg chg="add mod">
          <ac:chgData name="Nestor Enrique Forero Herrera" userId="43d8322e-7e61-4422-b9a5-fc2d9417ecda" providerId="ADAL" clId="{E4965C2A-3738-4A08-9D4A-06D48772EB65}" dt="2026-03-27T13:09:41.393" v="99" actId="1076"/>
          <ac:spMkLst>
            <pc:docMk/>
            <pc:sldMk cId="2457863121" sldId="2147473100"/>
            <ac:spMk id="4" creationId="{9C153677-A529-C449-E4A4-051071789AAF}"/>
          </ac:spMkLst>
        </pc:spChg>
        <pc:spChg chg="add mod">
          <ac:chgData name="Nestor Enrique Forero Herrera" userId="43d8322e-7e61-4422-b9a5-fc2d9417ecda" providerId="ADAL" clId="{E4965C2A-3738-4A08-9D4A-06D48772EB65}" dt="2026-03-27T13:10:01.221" v="102" actId="1076"/>
          <ac:spMkLst>
            <pc:docMk/>
            <pc:sldMk cId="2457863121" sldId="2147473100"/>
            <ac:spMk id="5" creationId="{9A824543-071D-A35B-BCF8-F3F9FCE73892}"/>
          </ac:spMkLst>
        </pc:spChg>
        <pc:spChg chg="mod">
          <ac:chgData name="Nestor Enrique Forero Herrera" userId="43d8322e-7e61-4422-b9a5-fc2d9417ecda" providerId="ADAL" clId="{E4965C2A-3738-4A08-9D4A-06D48772EB65}" dt="2026-03-27T13:09:49.831" v="100"/>
          <ac:spMkLst>
            <pc:docMk/>
            <pc:sldMk cId="2457863121" sldId="2147473100"/>
            <ac:spMk id="6" creationId="{A33888ED-9484-1076-A857-D56E3A28F3B5}"/>
          </ac:spMkLst>
        </pc:spChg>
        <pc:spChg chg="del">
          <ac:chgData name="Nestor Enrique Forero Herrera" userId="43d8322e-7e61-4422-b9a5-fc2d9417ecda" providerId="ADAL" clId="{E4965C2A-3738-4A08-9D4A-06D48772EB65}" dt="2026-03-27T13:09:31.766" v="97" actId="478"/>
          <ac:spMkLst>
            <pc:docMk/>
            <pc:sldMk cId="2457863121" sldId="2147473100"/>
            <ac:spMk id="10" creationId="{D9B778BE-B73F-6338-E313-BAEBCD3104EC}"/>
          </ac:spMkLst>
        </pc:spChg>
        <pc:spChg chg="del">
          <ac:chgData name="Nestor Enrique Forero Herrera" userId="43d8322e-7e61-4422-b9a5-fc2d9417ecda" providerId="ADAL" clId="{E4965C2A-3738-4A08-9D4A-06D48772EB65}" dt="2026-03-27T13:09:24.611" v="95" actId="478"/>
          <ac:spMkLst>
            <pc:docMk/>
            <pc:sldMk cId="2457863121" sldId="2147473100"/>
            <ac:spMk id="11" creationId="{75B8CE3E-298B-0F6E-5990-9365506B6F62}"/>
          </ac:spMkLst>
        </pc:spChg>
        <pc:spChg chg="del">
          <ac:chgData name="Nestor Enrique Forero Herrera" userId="43d8322e-7e61-4422-b9a5-fc2d9417ecda" providerId="ADAL" clId="{E4965C2A-3738-4A08-9D4A-06D48772EB65}" dt="2026-03-27T13:09:29.670" v="96" actId="478"/>
          <ac:spMkLst>
            <pc:docMk/>
            <pc:sldMk cId="2457863121" sldId="2147473100"/>
            <ac:spMk id="13" creationId="{042BFA43-1313-61B9-C5D9-2613B6220B2A}"/>
          </ac:spMkLst>
        </pc:spChg>
        <pc:spChg chg="del">
          <ac:chgData name="Nestor Enrique Forero Herrera" userId="43d8322e-7e61-4422-b9a5-fc2d9417ecda" providerId="ADAL" clId="{E4965C2A-3738-4A08-9D4A-06D48772EB65}" dt="2026-03-27T13:09:24.611" v="95" actId="478"/>
          <ac:spMkLst>
            <pc:docMk/>
            <pc:sldMk cId="2457863121" sldId="2147473100"/>
            <ac:spMk id="14" creationId="{CDA7BD57-85B3-5F32-5E1E-822C29AF63BC}"/>
          </ac:spMkLst>
        </pc:spChg>
        <pc:spChg chg="del">
          <ac:chgData name="Nestor Enrique Forero Herrera" userId="43d8322e-7e61-4422-b9a5-fc2d9417ecda" providerId="ADAL" clId="{E4965C2A-3738-4A08-9D4A-06D48772EB65}" dt="2026-03-27T13:09:29.670" v="96" actId="478"/>
          <ac:spMkLst>
            <pc:docMk/>
            <pc:sldMk cId="2457863121" sldId="2147473100"/>
            <ac:spMk id="15" creationId="{FC5F97EA-6371-198A-86E9-BC1D7A1E6AFD}"/>
          </ac:spMkLst>
        </pc:spChg>
        <pc:spChg chg="del">
          <ac:chgData name="Nestor Enrique Forero Herrera" userId="43d8322e-7e61-4422-b9a5-fc2d9417ecda" providerId="ADAL" clId="{E4965C2A-3738-4A08-9D4A-06D48772EB65}" dt="2026-03-27T13:09:24.611" v="95" actId="478"/>
          <ac:spMkLst>
            <pc:docMk/>
            <pc:sldMk cId="2457863121" sldId="2147473100"/>
            <ac:spMk id="16" creationId="{B3EDDAE1-8664-5E62-5068-2BCF12426BCE}"/>
          </ac:spMkLst>
        </pc:spChg>
        <pc:spChg chg="add mod">
          <ac:chgData name="Nestor Enrique Forero Herrera" userId="43d8322e-7e61-4422-b9a5-fc2d9417ecda" providerId="ADAL" clId="{E4965C2A-3738-4A08-9D4A-06D48772EB65}" dt="2026-03-27T13:10:01.221" v="102" actId="1076"/>
          <ac:spMkLst>
            <pc:docMk/>
            <pc:sldMk cId="2457863121" sldId="2147473100"/>
            <ac:spMk id="17" creationId="{F7A054FA-9319-3863-AFC4-7391B7E429A1}"/>
          </ac:spMkLst>
        </pc:spChg>
        <pc:spChg chg="add mod">
          <ac:chgData name="Nestor Enrique Forero Herrera" userId="43d8322e-7e61-4422-b9a5-fc2d9417ecda" providerId="ADAL" clId="{E4965C2A-3738-4A08-9D4A-06D48772EB65}" dt="2026-03-27T13:10:01.221" v="102" actId="1076"/>
          <ac:spMkLst>
            <pc:docMk/>
            <pc:sldMk cId="2457863121" sldId="2147473100"/>
            <ac:spMk id="18" creationId="{EAE1E929-2E90-EBE6-F514-F457007BED31}"/>
          </ac:spMkLst>
        </pc:spChg>
        <pc:spChg chg="del">
          <ac:chgData name="Nestor Enrique Forero Herrera" userId="43d8322e-7e61-4422-b9a5-fc2d9417ecda" providerId="ADAL" clId="{E4965C2A-3738-4A08-9D4A-06D48772EB65}" dt="2026-03-27T13:09:29.670" v="96" actId="478"/>
          <ac:spMkLst>
            <pc:docMk/>
            <pc:sldMk cId="2457863121" sldId="2147473100"/>
            <ac:spMk id="23" creationId="{F8E63429-B8BA-7B15-F849-904E0D60DE35}"/>
          </ac:spMkLst>
        </pc:spChg>
        <pc:spChg chg="del">
          <ac:chgData name="Nestor Enrique Forero Herrera" userId="43d8322e-7e61-4422-b9a5-fc2d9417ecda" providerId="ADAL" clId="{E4965C2A-3738-4A08-9D4A-06D48772EB65}" dt="2026-03-27T13:09:24.611" v="95" actId="478"/>
          <ac:spMkLst>
            <pc:docMk/>
            <pc:sldMk cId="2457863121" sldId="2147473100"/>
            <ac:spMk id="25" creationId="{FD8F506C-1353-1C11-EDEE-63DC389D2E6C}"/>
          </ac:spMkLst>
        </pc:spChg>
        <pc:spChg chg="del">
          <ac:chgData name="Nestor Enrique Forero Herrera" userId="43d8322e-7e61-4422-b9a5-fc2d9417ecda" providerId="ADAL" clId="{E4965C2A-3738-4A08-9D4A-06D48772EB65}" dt="2026-03-27T13:09:29.670" v="96" actId="478"/>
          <ac:spMkLst>
            <pc:docMk/>
            <pc:sldMk cId="2457863121" sldId="2147473100"/>
            <ac:spMk id="28" creationId="{6174DCBB-5408-3E3A-16DA-6B8B1E56C32B}"/>
          </ac:spMkLst>
        </pc:spChg>
        <pc:spChg chg="del">
          <ac:chgData name="Nestor Enrique Forero Herrera" userId="43d8322e-7e61-4422-b9a5-fc2d9417ecda" providerId="ADAL" clId="{E4965C2A-3738-4A08-9D4A-06D48772EB65}" dt="2026-03-27T13:09:24.611" v="95" actId="478"/>
          <ac:spMkLst>
            <pc:docMk/>
            <pc:sldMk cId="2457863121" sldId="2147473100"/>
            <ac:spMk id="29" creationId="{6A5E3486-7F3E-D37E-9D20-B14E6DE92819}"/>
          </ac:spMkLst>
        </pc:spChg>
        <pc:spChg chg="del">
          <ac:chgData name="Nestor Enrique Forero Herrera" userId="43d8322e-7e61-4422-b9a5-fc2d9417ecda" providerId="ADAL" clId="{E4965C2A-3738-4A08-9D4A-06D48772EB65}" dt="2026-03-27T13:09:29.670" v="96" actId="478"/>
          <ac:spMkLst>
            <pc:docMk/>
            <pc:sldMk cId="2457863121" sldId="2147473100"/>
            <ac:spMk id="30" creationId="{52E377E3-1DE0-66F2-36DB-D07ED32480C0}"/>
          </ac:spMkLst>
        </pc:spChg>
        <pc:spChg chg="del">
          <ac:chgData name="Nestor Enrique Forero Herrera" userId="43d8322e-7e61-4422-b9a5-fc2d9417ecda" providerId="ADAL" clId="{E4965C2A-3738-4A08-9D4A-06D48772EB65}" dt="2026-03-27T13:09:24.611" v="95" actId="478"/>
          <ac:spMkLst>
            <pc:docMk/>
            <pc:sldMk cId="2457863121" sldId="2147473100"/>
            <ac:spMk id="31" creationId="{B6D29DE8-A5AD-5E6F-3D54-1874E0BD0038}"/>
          </ac:spMkLst>
        </pc:spChg>
        <pc:spChg chg="del">
          <ac:chgData name="Nestor Enrique Forero Herrera" userId="43d8322e-7e61-4422-b9a5-fc2d9417ecda" providerId="ADAL" clId="{E4965C2A-3738-4A08-9D4A-06D48772EB65}" dt="2026-03-27T13:09:29.670" v="96" actId="478"/>
          <ac:spMkLst>
            <pc:docMk/>
            <pc:sldMk cId="2457863121" sldId="2147473100"/>
            <ac:spMk id="32" creationId="{230D2882-BCB0-3A0A-4E5E-F5DB27732A5A}"/>
          </ac:spMkLst>
        </pc:spChg>
        <pc:spChg chg="del">
          <ac:chgData name="Nestor Enrique Forero Herrera" userId="43d8322e-7e61-4422-b9a5-fc2d9417ecda" providerId="ADAL" clId="{E4965C2A-3738-4A08-9D4A-06D48772EB65}" dt="2026-03-27T13:09:24.611" v="95" actId="478"/>
          <ac:spMkLst>
            <pc:docMk/>
            <pc:sldMk cId="2457863121" sldId="2147473100"/>
            <ac:spMk id="33" creationId="{DBA49C0A-D0E4-82A9-3CD8-88D861B7ACFA}"/>
          </ac:spMkLst>
        </pc:spChg>
        <pc:spChg chg="del">
          <ac:chgData name="Nestor Enrique Forero Herrera" userId="43d8322e-7e61-4422-b9a5-fc2d9417ecda" providerId="ADAL" clId="{E4965C2A-3738-4A08-9D4A-06D48772EB65}" dt="2026-03-27T13:09:29.670" v="96" actId="478"/>
          <ac:spMkLst>
            <pc:docMk/>
            <pc:sldMk cId="2457863121" sldId="2147473100"/>
            <ac:spMk id="34" creationId="{D8DC91F8-61C4-9C14-D561-3770D56C0C92}"/>
          </ac:spMkLst>
        </pc:spChg>
        <pc:spChg chg="add mod">
          <ac:chgData name="Nestor Enrique Forero Herrera" userId="43d8322e-7e61-4422-b9a5-fc2d9417ecda" providerId="ADAL" clId="{E4965C2A-3738-4A08-9D4A-06D48772EB65}" dt="2026-03-27T13:10:01.221" v="102" actId="1076"/>
          <ac:spMkLst>
            <pc:docMk/>
            <pc:sldMk cId="2457863121" sldId="2147473100"/>
            <ac:spMk id="42" creationId="{848003D7-3737-FE5E-8F48-A50F4F3EC1C9}"/>
          </ac:spMkLst>
        </pc:spChg>
        <pc:spChg chg="add mod">
          <ac:chgData name="Nestor Enrique Forero Herrera" userId="43d8322e-7e61-4422-b9a5-fc2d9417ecda" providerId="ADAL" clId="{E4965C2A-3738-4A08-9D4A-06D48772EB65}" dt="2026-03-27T13:10:01.221" v="102" actId="1076"/>
          <ac:spMkLst>
            <pc:docMk/>
            <pc:sldMk cId="2457863121" sldId="2147473100"/>
            <ac:spMk id="45" creationId="{B5D1EEA8-EA1B-F2B5-4034-65D9777CFA08}"/>
          </ac:spMkLst>
        </pc:spChg>
        <pc:spChg chg="add mod">
          <ac:chgData name="Nestor Enrique Forero Herrera" userId="43d8322e-7e61-4422-b9a5-fc2d9417ecda" providerId="ADAL" clId="{E4965C2A-3738-4A08-9D4A-06D48772EB65}" dt="2026-03-27T13:10:01.221" v="102" actId="1076"/>
          <ac:spMkLst>
            <pc:docMk/>
            <pc:sldMk cId="2457863121" sldId="2147473100"/>
            <ac:spMk id="47" creationId="{939EA9F3-2D1F-B7A7-B43C-862CEB3763BE}"/>
          </ac:spMkLst>
        </pc:spChg>
        <pc:spChg chg="add mod">
          <ac:chgData name="Nestor Enrique Forero Herrera" userId="43d8322e-7e61-4422-b9a5-fc2d9417ecda" providerId="ADAL" clId="{E4965C2A-3738-4A08-9D4A-06D48772EB65}" dt="2026-03-27T13:10:01.221" v="102" actId="1076"/>
          <ac:spMkLst>
            <pc:docMk/>
            <pc:sldMk cId="2457863121" sldId="2147473100"/>
            <ac:spMk id="52" creationId="{47142899-4FA2-F0B9-238F-18876CC2A7C6}"/>
          </ac:spMkLst>
        </pc:spChg>
        <pc:spChg chg="add mod">
          <ac:chgData name="Nestor Enrique Forero Herrera" userId="43d8322e-7e61-4422-b9a5-fc2d9417ecda" providerId="ADAL" clId="{E4965C2A-3738-4A08-9D4A-06D48772EB65}" dt="2026-03-27T13:10:01.221" v="102" actId="1076"/>
          <ac:spMkLst>
            <pc:docMk/>
            <pc:sldMk cId="2457863121" sldId="2147473100"/>
            <ac:spMk id="54" creationId="{DADDF08C-3AA2-6918-8E00-D994E306B16E}"/>
          </ac:spMkLst>
        </pc:spChg>
        <pc:spChg chg="add mod">
          <ac:chgData name="Nestor Enrique Forero Herrera" userId="43d8322e-7e61-4422-b9a5-fc2d9417ecda" providerId="ADAL" clId="{E4965C2A-3738-4A08-9D4A-06D48772EB65}" dt="2026-03-27T13:10:01.221" v="102" actId="1076"/>
          <ac:spMkLst>
            <pc:docMk/>
            <pc:sldMk cId="2457863121" sldId="2147473100"/>
            <ac:spMk id="60" creationId="{174BE75E-2A79-5E6A-99D5-95F8D66D8E42}"/>
          </ac:spMkLst>
        </pc:spChg>
        <pc:spChg chg="add mod">
          <ac:chgData name="Nestor Enrique Forero Herrera" userId="43d8322e-7e61-4422-b9a5-fc2d9417ecda" providerId="ADAL" clId="{E4965C2A-3738-4A08-9D4A-06D48772EB65}" dt="2026-03-27T13:10:01.221" v="102" actId="1076"/>
          <ac:spMkLst>
            <pc:docMk/>
            <pc:sldMk cId="2457863121" sldId="2147473100"/>
            <ac:spMk id="61" creationId="{99A63B9A-1458-800F-4BC2-1BE3EC0EDAC0}"/>
          </ac:spMkLst>
        </pc:spChg>
        <pc:picChg chg="del">
          <ac:chgData name="Nestor Enrique Forero Herrera" userId="43d8322e-7e61-4422-b9a5-fc2d9417ecda" providerId="ADAL" clId="{E4965C2A-3738-4A08-9D4A-06D48772EB65}" dt="2026-03-27T13:09:24.611" v="95" actId="478"/>
          <ac:picMkLst>
            <pc:docMk/>
            <pc:sldMk cId="2457863121" sldId="2147473100"/>
            <ac:picMk id="20" creationId="{6E8BE440-594A-77DF-013F-41E90ED238D2}"/>
          </ac:picMkLst>
        </pc:picChg>
        <pc:picChg chg="del">
          <ac:chgData name="Nestor Enrique Forero Herrera" userId="43d8322e-7e61-4422-b9a5-fc2d9417ecda" providerId="ADAL" clId="{E4965C2A-3738-4A08-9D4A-06D48772EB65}" dt="2026-03-27T13:09:24.611" v="95" actId="478"/>
          <ac:picMkLst>
            <pc:docMk/>
            <pc:sldMk cId="2457863121" sldId="2147473100"/>
            <ac:picMk id="21" creationId="{C5B206FA-7E7A-8AB3-015D-1728FFAD51CD}"/>
          </ac:picMkLst>
        </pc:picChg>
        <pc:picChg chg="del">
          <ac:chgData name="Nestor Enrique Forero Herrera" userId="43d8322e-7e61-4422-b9a5-fc2d9417ecda" providerId="ADAL" clId="{E4965C2A-3738-4A08-9D4A-06D48772EB65}" dt="2026-03-27T13:09:24.611" v="95" actId="478"/>
          <ac:picMkLst>
            <pc:docMk/>
            <pc:sldMk cId="2457863121" sldId="2147473100"/>
            <ac:picMk id="22" creationId="{365C1B2A-6092-25E2-25F5-AABED67DDE15}"/>
          </ac:picMkLst>
        </pc:picChg>
      </pc:sldChg>
      <pc:sldChg chg="addSp delSp modSp add mod modNotesTx">
        <pc:chgData name="Nestor Enrique Forero Herrera" userId="43d8322e-7e61-4422-b9a5-fc2d9417ecda" providerId="ADAL" clId="{E4965C2A-3738-4A08-9D4A-06D48772EB65}" dt="2026-03-27T13:15:14.073" v="128" actId="1076"/>
        <pc:sldMkLst>
          <pc:docMk/>
          <pc:sldMk cId="113557920" sldId="2147473118"/>
        </pc:sldMkLst>
        <pc:spChg chg="add mod">
          <ac:chgData name="Nestor Enrique Forero Herrera" userId="43d8322e-7e61-4422-b9a5-fc2d9417ecda" providerId="ADAL" clId="{E4965C2A-3738-4A08-9D4A-06D48772EB65}" dt="2026-03-27T13:15:14.073" v="128" actId="1076"/>
          <ac:spMkLst>
            <pc:docMk/>
            <pc:sldMk cId="113557920" sldId="2147473118"/>
            <ac:spMk id="2" creationId="{EA690291-8365-51A7-54EE-8A73C9B90E59}"/>
          </ac:spMkLst>
        </pc:spChg>
        <pc:spChg chg="add mod">
          <ac:chgData name="Nestor Enrique Forero Herrera" userId="43d8322e-7e61-4422-b9a5-fc2d9417ecda" providerId="ADAL" clId="{E4965C2A-3738-4A08-9D4A-06D48772EB65}" dt="2026-03-27T13:15:14.073" v="128" actId="1076"/>
          <ac:spMkLst>
            <pc:docMk/>
            <pc:sldMk cId="113557920" sldId="2147473118"/>
            <ac:spMk id="3" creationId="{3896C040-5D4A-7A2D-86B6-0FE35C3316D1}"/>
          </ac:spMkLst>
        </pc:spChg>
        <pc:spChg chg="del">
          <ac:chgData name="Nestor Enrique Forero Herrera" userId="43d8322e-7e61-4422-b9a5-fc2d9417ecda" providerId="ADAL" clId="{E4965C2A-3738-4A08-9D4A-06D48772EB65}" dt="2026-03-27T13:15:00.744" v="126" actId="478"/>
          <ac:spMkLst>
            <pc:docMk/>
            <pc:sldMk cId="113557920" sldId="2147473118"/>
            <ac:spMk id="5" creationId="{51277DE5-035A-AA99-5B02-554C25BE7242}"/>
          </ac:spMkLst>
        </pc:spChg>
        <pc:spChg chg="add mod">
          <ac:chgData name="Nestor Enrique Forero Herrera" userId="43d8322e-7e61-4422-b9a5-fc2d9417ecda" providerId="ADAL" clId="{E4965C2A-3738-4A08-9D4A-06D48772EB65}" dt="2026-03-27T13:15:14.073" v="128" actId="1076"/>
          <ac:spMkLst>
            <pc:docMk/>
            <pc:sldMk cId="113557920" sldId="2147473118"/>
            <ac:spMk id="7" creationId="{3621495B-E54A-9D29-E89F-BA496AB993DB}"/>
          </ac:spMkLst>
        </pc:spChg>
        <pc:spChg chg="add mod">
          <ac:chgData name="Nestor Enrique Forero Herrera" userId="43d8322e-7e61-4422-b9a5-fc2d9417ecda" providerId="ADAL" clId="{E4965C2A-3738-4A08-9D4A-06D48772EB65}" dt="2026-03-27T13:15:14.073" v="128" actId="1076"/>
          <ac:spMkLst>
            <pc:docMk/>
            <pc:sldMk cId="113557920" sldId="2147473118"/>
            <ac:spMk id="9" creationId="{80045620-0ED8-67C1-248B-8BA9014869CF}"/>
          </ac:spMkLst>
        </pc:spChg>
        <pc:spChg chg="add mod">
          <ac:chgData name="Nestor Enrique Forero Herrera" userId="43d8322e-7e61-4422-b9a5-fc2d9417ecda" providerId="ADAL" clId="{E4965C2A-3738-4A08-9D4A-06D48772EB65}" dt="2026-03-27T13:15:14.073" v="128" actId="1076"/>
          <ac:spMkLst>
            <pc:docMk/>
            <pc:sldMk cId="113557920" sldId="2147473118"/>
            <ac:spMk id="10" creationId="{BAA67B4D-CC52-10A9-6632-B0BC641CB52F}"/>
          </ac:spMkLst>
        </pc:spChg>
        <pc:spChg chg="mod">
          <ac:chgData name="Nestor Enrique Forero Herrera" userId="43d8322e-7e61-4422-b9a5-fc2d9417ecda" providerId="ADAL" clId="{E4965C2A-3738-4A08-9D4A-06D48772EB65}" dt="2026-03-27T13:14:47.561" v="124"/>
          <ac:spMkLst>
            <pc:docMk/>
            <pc:sldMk cId="113557920" sldId="2147473118"/>
            <ac:spMk id="17" creationId="{C8AB230B-805E-BAF1-83EE-1F93D7DD34C7}"/>
          </ac:spMkLst>
        </pc:spChg>
        <pc:picChg chg="del">
          <ac:chgData name="Nestor Enrique Forero Herrera" userId="43d8322e-7e61-4422-b9a5-fc2d9417ecda" providerId="ADAL" clId="{E4965C2A-3738-4A08-9D4A-06D48772EB65}" dt="2026-03-27T13:14:58.880" v="125" actId="478"/>
          <ac:picMkLst>
            <pc:docMk/>
            <pc:sldMk cId="113557920" sldId="2147473118"/>
            <ac:picMk id="4" creationId="{DB9CE4EA-3A5E-1F2D-252F-CA24212FD559}"/>
          </ac:picMkLst>
        </pc:picChg>
        <pc:picChg chg="del">
          <ac:chgData name="Nestor Enrique Forero Herrera" userId="43d8322e-7e61-4422-b9a5-fc2d9417ecda" providerId="ADAL" clId="{E4965C2A-3738-4A08-9D4A-06D48772EB65}" dt="2026-03-27T13:14:58.880" v="125" actId="478"/>
          <ac:picMkLst>
            <pc:docMk/>
            <pc:sldMk cId="113557920" sldId="2147473118"/>
            <ac:picMk id="8" creationId="{E445DB9E-1A1D-89BE-CC47-7278CE97DFC6}"/>
          </ac:picMkLst>
        </pc:picChg>
      </pc:sldChg>
      <pc:sldChg chg="addSp delSp modSp add mod">
        <pc:chgData name="Nestor Enrique Forero Herrera" userId="43d8322e-7e61-4422-b9a5-fc2d9417ecda" providerId="ADAL" clId="{E4965C2A-3738-4A08-9D4A-06D48772EB65}" dt="2026-03-27T16:16:36.250" v="425" actId="20577"/>
        <pc:sldMkLst>
          <pc:docMk/>
          <pc:sldMk cId="3478331176" sldId="2147473119"/>
        </pc:sldMkLst>
        <pc:spChg chg="add del mod">
          <ac:chgData name="Nestor Enrique Forero Herrera" userId="43d8322e-7e61-4422-b9a5-fc2d9417ecda" providerId="ADAL" clId="{E4965C2A-3738-4A08-9D4A-06D48772EB65}" dt="2026-03-27T13:17:26.285" v="133" actId="478"/>
          <ac:spMkLst>
            <pc:docMk/>
            <pc:sldMk cId="3478331176" sldId="2147473119"/>
            <ac:spMk id="2" creationId="{053A5AD1-6371-19AF-E8DA-0CD9D1C57CCD}"/>
          </ac:spMkLst>
        </pc:spChg>
        <pc:spChg chg="add mod">
          <ac:chgData name="Nestor Enrique Forero Herrera" userId="43d8322e-7e61-4422-b9a5-fc2d9417ecda" providerId="ADAL" clId="{E4965C2A-3738-4A08-9D4A-06D48772EB65}" dt="2026-03-27T16:16:01.846" v="313" actId="6549"/>
          <ac:spMkLst>
            <pc:docMk/>
            <pc:sldMk cId="3478331176" sldId="2147473119"/>
            <ac:spMk id="2" creationId="{5D01E64E-4851-E559-5305-A97CC3D239F1}"/>
          </ac:spMkLst>
        </pc:spChg>
        <pc:spChg chg="mod">
          <ac:chgData name="Nestor Enrique Forero Herrera" userId="43d8322e-7e61-4422-b9a5-fc2d9417ecda" providerId="ADAL" clId="{E4965C2A-3738-4A08-9D4A-06D48772EB65}" dt="2026-03-27T13:17:38.123" v="134" actId="207"/>
          <ac:spMkLst>
            <pc:docMk/>
            <pc:sldMk cId="3478331176" sldId="2147473119"/>
            <ac:spMk id="3" creationId="{E798A854-B849-2F03-7AFA-6E18896AD883}"/>
          </ac:spMkLst>
        </pc:spChg>
        <pc:spChg chg="add mod">
          <ac:chgData name="Nestor Enrique Forero Herrera" userId="43d8322e-7e61-4422-b9a5-fc2d9417ecda" providerId="ADAL" clId="{E4965C2A-3738-4A08-9D4A-06D48772EB65}" dt="2026-03-27T16:16:07.472" v="327" actId="20577"/>
          <ac:spMkLst>
            <pc:docMk/>
            <pc:sldMk cId="3478331176" sldId="2147473119"/>
            <ac:spMk id="4" creationId="{2CBED446-AD6D-8238-8A71-DAE31A3F06F7}"/>
          </ac:spMkLst>
        </pc:spChg>
        <pc:spChg chg="del">
          <ac:chgData name="Nestor Enrique Forero Herrera" userId="43d8322e-7e61-4422-b9a5-fc2d9417ecda" providerId="ADAL" clId="{E4965C2A-3738-4A08-9D4A-06D48772EB65}" dt="2026-03-27T13:17:13.135" v="131" actId="478"/>
          <ac:spMkLst>
            <pc:docMk/>
            <pc:sldMk cId="3478331176" sldId="2147473119"/>
            <ac:spMk id="4" creationId="{71F2DB7F-411F-934F-66FF-9F5490F5F9CE}"/>
          </ac:spMkLst>
        </pc:spChg>
        <pc:spChg chg="add mod">
          <ac:chgData name="Nestor Enrique Forero Herrera" userId="43d8322e-7e61-4422-b9a5-fc2d9417ecda" providerId="ADAL" clId="{E4965C2A-3738-4A08-9D4A-06D48772EB65}" dt="2026-03-27T16:16:11.524" v="341" actId="20577"/>
          <ac:spMkLst>
            <pc:docMk/>
            <pc:sldMk cId="3478331176" sldId="2147473119"/>
            <ac:spMk id="5" creationId="{71DD2AD6-3D93-5BDE-D310-9E3B6E9445AC}"/>
          </ac:spMkLst>
        </pc:spChg>
        <pc:spChg chg="add mod">
          <ac:chgData name="Nestor Enrique Forero Herrera" userId="43d8322e-7e61-4422-b9a5-fc2d9417ecda" providerId="ADAL" clId="{E4965C2A-3738-4A08-9D4A-06D48772EB65}" dt="2026-03-27T16:16:15.881" v="355" actId="20577"/>
          <ac:spMkLst>
            <pc:docMk/>
            <pc:sldMk cId="3478331176" sldId="2147473119"/>
            <ac:spMk id="6" creationId="{6EE13D2C-DA92-C3C2-F809-7DBCD24ADE58}"/>
          </ac:spMkLst>
        </pc:spChg>
        <pc:spChg chg="mod">
          <ac:chgData name="Nestor Enrique Forero Herrera" userId="43d8322e-7e61-4422-b9a5-fc2d9417ecda" providerId="ADAL" clId="{E4965C2A-3738-4A08-9D4A-06D48772EB65}" dt="2026-03-27T13:17:44.442" v="140" actId="1036"/>
          <ac:spMkLst>
            <pc:docMk/>
            <pc:sldMk cId="3478331176" sldId="2147473119"/>
            <ac:spMk id="8" creationId="{0D714275-93E1-2E28-BFEA-20EF65A8E516}"/>
          </ac:spMkLst>
        </pc:spChg>
        <pc:spChg chg="add mod">
          <ac:chgData name="Nestor Enrique Forero Herrera" userId="43d8322e-7e61-4422-b9a5-fc2d9417ecda" providerId="ADAL" clId="{E4965C2A-3738-4A08-9D4A-06D48772EB65}" dt="2026-03-27T16:16:20.078" v="369" actId="20577"/>
          <ac:spMkLst>
            <pc:docMk/>
            <pc:sldMk cId="3478331176" sldId="2147473119"/>
            <ac:spMk id="9" creationId="{C353FCB0-5AC4-C645-F4BB-CFF600590D69}"/>
          </ac:spMkLst>
        </pc:spChg>
        <pc:spChg chg="add mod">
          <ac:chgData name="Nestor Enrique Forero Herrera" userId="43d8322e-7e61-4422-b9a5-fc2d9417ecda" providerId="ADAL" clId="{E4965C2A-3738-4A08-9D4A-06D48772EB65}" dt="2026-03-27T16:16:23.777" v="383" actId="20577"/>
          <ac:spMkLst>
            <pc:docMk/>
            <pc:sldMk cId="3478331176" sldId="2147473119"/>
            <ac:spMk id="12" creationId="{03FE1071-7D50-5607-7A98-05B0ADEC6CFC}"/>
          </ac:spMkLst>
        </pc:spChg>
        <pc:spChg chg="del">
          <ac:chgData name="Nestor Enrique Forero Herrera" userId="43d8322e-7e61-4422-b9a5-fc2d9417ecda" providerId="ADAL" clId="{E4965C2A-3738-4A08-9D4A-06D48772EB65}" dt="2026-03-27T13:17:13.135" v="131" actId="478"/>
          <ac:spMkLst>
            <pc:docMk/>
            <pc:sldMk cId="3478331176" sldId="2147473119"/>
            <ac:spMk id="12" creationId="{E9971281-7401-1E88-6BDA-A72A21F4B26A}"/>
          </ac:spMkLst>
        </pc:spChg>
        <pc:spChg chg="mod">
          <ac:chgData name="Nestor Enrique Forero Herrera" userId="43d8322e-7e61-4422-b9a5-fc2d9417ecda" providerId="ADAL" clId="{E4965C2A-3738-4A08-9D4A-06D48772EB65}" dt="2026-03-27T16:15:07.309" v="187" actId="6549"/>
          <ac:spMkLst>
            <pc:docMk/>
            <pc:sldMk cId="3478331176" sldId="2147473119"/>
            <ac:spMk id="14" creationId="{74966B2A-73C1-B958-2EC4-C3D6BB42BD15}"/>
          </ac:spMkLst>
        </pc:spChg>
        <pc:spChg chg="mod">
          <ac:chgData name="Nestor Enrique Forero Herrera" userId="43d8322e-7e61-4422-b9a5-fc2d9417ecda" providerId="ADAL" clId="{E4965C2A-3738-4A08-9D4A-06D48772EB65}" dt="2026-03-27T16:15:11.867" v="201" actId="6549"/>
          <ac:spMkLst>
            <pc:docMk/>
            <pc:sldMk cId="3478331176" sldId="2147473119"/>
            <ac:spMk id="15" creationId="{027D3840-A1C2-122D-5A0D-F679D7513C2F}"/>
          </ac:spMkLst>
        </pc:spChg>
        <pc:spChg chg="add mod">
          <ac:chgData name="Nestor Enrique Forero Herrera" userId="43d8322e-7e61-4422-b9a5-fc2d9417ecda" providerId="ADAL" clId="{E4965C2A-3738-4A08-9D4A-06D48772EB65}" dt="2026-03-27T16:15:16.646" v="215" actId="6549"/>
          <ac:spMkLst>
            <pc:docMk/>
            <pc:sldMk cId="3478331176" sldId="2147473119"/>
            <ac:spMk id="16" creationId="{050EFB01-E16D-8622-0D40-2757EDAFF847}"/>
          </ac:spMkLst>
        </pc:spChg>
        <pc:spChg chg="add mod">
          <ac:chgData name="Nestor Enrique Forero Herrera" userId="43d8322e-7e61-4422-b9a5-fc2d9417ecda" providerId="ADAL" clId="{E4965C2A-3738-4A08-9D4A-06D48772EB65}" dt="2026-03-27T16:16:27.693" v="397" actId="20577"/>
          <ac:spMkLst>
            <pc:docMk/>
            <pc:sldMk cId="3478331176" sldId="2147473119"/>
            <ac:spMk id="17" creationId="{5D6B1EF9-F2C2-F82E-F65B-E9EA31B55F3C}"/>
          </ac:spMkLst>
        </pc:spChg>
        <pc:spChg chg="del">
          <ac:chgData name="Nestor Enrique Forero Herrera" userId="43d8322e-7e61-4422-b9a5-fc2d9417ecda" providerId="ADAL" clId="{E4965C2A-3738-4A08-9D4A-06D48772EB65}" dt="2026-03-27T13:17:13.135" v="131" actId="478"/>
          <ac:spMkLst>
            <pc:docMk/>
            <pc:sldMk cId="3478331176" sldId="2147473119"/>
            <ac:spMk id="18" creationId="{0E3CDDFE-3F86-A522-E7F5-181A17BB3860}"/>
          </ac:spMkLst>
        </pc:spChg>
        <pc:spChg chg="add mod">
          <ac:chgData name="Nestor Enrique Forero Herrera" userId="43d8322e-7e61-4422-b9a5-fc2d9417ecda" providerId="ADAL" clId="{E4965C2A-3738-4A08-9D4A-06D48772EB65}" dt="2026-03-27T16:16:31.395" v="411" actId="20577"/>
          <ac:spMkLst>
            <pc:docMk/>
            <pc:sldMk cId="3478331176" sldId="2147473119"/>
            <ac:spMk id="18" creationId="{F2E0E7FC-FC10-88B2-FC1F-12DE1A773590}"/>
          </ac:spMkLst>
        </pc:spChg>
        <pc:spChg chg="add mod">
          <ac:chgData name="Nestor Enrique Forero Herrera" userId="43d8322e-7e61-4422-b9a5-fc2d9417ecda" providerId="ADAL" clId="{E4965C2A-3738-4A08-9D4A-06D48772EB65}" dt="2026-03-27T16:16:36.250" v="425" actId="20577"/>
          <ac:spMkLst>
            <pc:docMk/>
            <pc:sldMk cId="3478331176" sldId="2147473119"/>
            <ac:spMk id="19" creationId="{EB9D57B0-C94D-ADF2-D7E7-F48114D7CD4E}"/>
          </ac:spMkLst>
        </pc:spChg>
        <pc:spChg chg="add mod">
          <ac:chgData name="Nestor Enrique Forero Herrera" userId="43d8322e-7e61-4422-b9a5-fc2d9417ecda" providerId="ADAL" clId="{E4965C2A-3738-4A08-9D4A-06D48772EB65}" dt="2026-03-27T16:15:20.621" v="229" actId="6549"/>
          <ac:spMkLst>
            <pc:docMk/>
            <pc:sldMk cId="3478331176" sldId="2147473119"/>
            <ac:spMk id="20" creationId="{BBA8E42C-83DE-456A-6735-1A21C5FCEF22}"/>
          </ac:spMkLst>
        </pc:spChg>
        <pc:spChg chg="add mod">
          <ac:chgData name="Nestor Enrique Forero Herrera" userId="43d8322e-7e61-4422-b9a5-fc2d9417ecda" providerId="ADAL" clId="{E4965C2A-3738-4A08-9D4A-06D48772EB65}" dt="2026-03-27T16:15:25.597" v="243" actId="6549"/>
          <ac:spMkLst>
            <pc:docMk/>
            <pc:sldMk cId="3478331176" sldId="2147473119"/>
            <ac:spMk id="21" creationId="{9345BF21-F2AB-CC5D-A232-6C99F8565CE9}"/>
          </ac:spMkLst>
        </pc:spChg>
        <pc:spChg chg="mod">
          <ac:chgData name="Nestor Enrique Forero Herrera" userId="43d8322e-7e61-4422-b9a5-fc2d9417ecda" providerId="ADAL" clId="{E4965C2A-3738-4A08-9D4A-06D48772EB65}" dt="2026-03-27T16:15:29.692" v="257" actId="6549"/>
          <ac:spMkLst>
            <pc:docMk/>
            <pc:sldMk cId="3478331176" sldId="2147473119"/>
            <ac:spMk id="22" creationId="{68D6F0CE-38FB-3CBE-80CA-50267DBBFF75}"/>
          </ac:spMkLst>
        </pc:spChg>
        <pc:spChg chg="add mod">
          <ac:chgData name="Nestor Enrique Forero Herrera" userId="43d8322e-7e61-4422-b9a5-fc2d9417ecda" providerId="ADAL" clId="{E4965C2A-3738-4A08-9D4A-06D48772EB65}" dt="2026-03-27T16:15:34.240" v="271" actId="6549"/>
          <ac:spMkLst>
            <pc:docMk/>
            <pc:sldMk cId="3478331176" sldId="2147473119"/>
            <ac:spMk id="23" creationId="{30E5F1B6-A9B6-797B-7D16-FE91D23DA0DC}"/>
          </ac:spMkLst>
        </pc:spChg>
        <pc:spChg chg="mod">
          <ac:chgData name="Nestor Enrique Forero Herrera" userId="43d8322e-7e61-4422-b9a5-fc2d9417ecda" providerId="ADAL" clId="{E4965C2A-3738-4A08-9D4A-06D48772EB65}" dt="2026-03-27T16:15:39.251" v="285" actId="6549"/>
          <ac:spMkLst>
            <pc:docMk/>
            <pc:sldMk cId="3478331176" sldId="2147473119"/>
            <ac:spMk id="24" creationId="{10BF0FB7-278C-E817-7F39-C665476EADDE}"/>
          </ac:spMkLst>
        </pc:spChg>
        <pc:spChg chg="add mod">
          <ac:chgData name="Nestor Enrique Forero Herrera" userId="43d8322e-7e61-4422-b9a5-fc2d9417ecda" providerId="ADAL" clId="{E4965C2A-3738-4A08-9D4A-06D48772EB65}" dt="2026-03-27T16:15:43.553" v="299" actId="6549"/>
          <ac:spMkLst>
            <pc:docMk/>
            <pc:sldMk cId="3478331176" sldId="2147473119"/>
            <ac:spMk id="25" creationId="{67ABFCE9-66BA-7020-CC83-0CF411D6ABB5}"/>
          </ac:spMkLst>
        </pc:spChg>
        <pc:spChg chg="del">
          <ac:chgData name="Nestor Enrique Forero Herrera" userId="43d8322e-7e61-4422-b9a5-fc2d9417ecda" providerId="ADAL" clId="{E4965C2A-3738-4A08-9D4A-06D48772EB65}" dt="2026-03-27T13:17:13.135" v="131" actId="478"/>
          <ac:spMkLst>
            <pc:docMk/>
            <pc:sldMk cId="3478331176" sldId="2147473119"/>
            <ac:spMk id="26" creationId="{2C1E3971-734D-F0BD-CFEA-5448DBD7C769}"/>
          </ac:spMkLst>
        </pc:spChg>
        <pc:spChg chg="add mod">
          <ac:chgData name="Nestor Enrique Forero Herrera" userId="43d8322e-7e61-4422-b9a5-fc2d9417ecda" providerId="ADAL" clId="{E4965C2A-3738-4A08-9D4A-06D48772EB65}" dt="2026-03-27T13:17:19.945" v="132"/>
          <ac:spMkLst>
            <pc:docMk/>
            <pc:sldMk cId="3478331176" sldId="2147473119"/>
            <ac:spMk id="29" creationId="{CA967AD0-3E52-5026-DA31-276543B3BC30}"/>
          </ac:spMkLst>
        </pc:spChg>
        <pc:spChg chg="add mod">
          <ac:chgData name="Nestor Enrique Forero Herrera" userId="43d8322e-7e61-4422-b9a5-fc2d9417ecda" providerId="ADAL" clId="{E4965C2A-3738-4A08-9D4A-06D48772EB65}" dt="2026-03-27T13:17:19.945" v="132"/>
          <ac:spMkLst>
            <pc:docMk/>
            <pc:sldMk cId="3478331176" sldId="2147473119"/>
            <ac:spMk id="31" creationId="{EF671A99-C875-C768-2A77-4E3E28667988}"/>
          </ac:spMkLst>
        </pc:spChg>
        <pc:spChg chg="add mod">
          <ac:chgData name="Nestor Enrique Forero Herrera" userId="43d8322e-7e61-4422-b9a5-fc2d9417ecda" providerId="ADAL" clId="{E4965C2A-3738-4A08-9D4A-06D48772EB65}" dt="2026-03-27T13:17:19.945" v="132"/>
          <ac:spMkLst>
            <pc:docMk/>
            <pc:sldMk cId="3478331176" sldId="2147473119"/>
            <ac:spMk id="32" creationId="{B55B0D01-2962-E178-6648-1BDABA274CA1}"/>
          </ac:spMkLst>
        </pc:spChg>
        <pc:spChg chg="add mod">
          <ac:chgData name="Nestor Enrique Forero Herrera" userId="43d8322e-7e61-4422-b9a5-fc2d9417ecda" providerId="ADAL" clId="{E4965C2A-3738-4A08-9D4A-06D48772EB65}" dt="2026-03-27T13:17:19.945" v="132"/>
          <ac:spMkLst>
            <pc:docMk/>
            <pc:sldMk cId="3478331176" sldId="2147473119"/>
            <ac:spMk id="33" creationId="{B1427CE5-408A-AD7C-D6DE-549AA50AEB07}"/>
          </ac:spMkLst>
        </pc:spChg>
        <pc:spChg chg="del">
          <ac:chgData name="Nestor Enrique Forero Herrera" userId="43d8322e-7e61-4422-b9a5-fc2d9417ecda" providerId="ADAL" clId="{E4965C2A-3738-4A08-9D4A-06D48772EB65}" dt="2026-03-27T13:17:13.135" v="131" actId="478"/>
          <ac:spMkLst>
            <pc:docMk/>
            <pc:sldMk cId="3478331176" sldId="2147473119"/>
            <ac:spMk id="41" creationId="{00593F59-A950-26B7-94DF-A49FF5A65FA0}"/>
          </ac:spMkLst>
        </pc:spChg>
        <pc:spChg chg="del">
          <ac:chgData name="Nestor Enrique Forero Herrera" userId="43d8322e-7e61-4422-b9a5-fc2d9417ecda" providerId="ADAL" clId="{E4965C2A-3738-4A08-9D4A-06D48772EB65}" dt="2026-03-27T13:17:13.135" v="131" actId="478"/>
          <ac:spMkLst>
            <pc:docMk/>
            <pc:sldMk cId="3478331176" sldId="2147473119"/>
            <ac:spMk id="45" creationId="{63044410-A2A5-69B0-FA2A-4D80FE5E8AAD}"/>
          </ac:spMkLst>
        </pc:spChg>
        <pc:spChg chg="del">
          <ac:chgData name="Nestor Enrique Forero Herrera" userId="43d8322e-7e61-4422-b9a5-fc2d9417ecda" providerId="ADAL" clId="{E4965C2A-3738-4A08-9D4A-06D48772EB65}" dt="2026-03-27T13:17:13.135" v="131" actId="478"/>
          <ac:spMkLst>
            <pc:docMk/>
            <pc:sldMk cId="3478331176" sldId="2147473119"/>
            <ac:spMk id="49" creationId="{EF14C4AE-19D8-B35F-B891-59B6B10F23DC}"/>
          </ac:spMkLst>
        </pc:spChg>
        <pc:spChg chg="del">
          <ac:chgData name="Nestor Enrique Forero Herrera" userId="43d8322e-7e61-4422-b9a5-fc2d9417ecda" providerId="ADAL" clId="{E4965C2A-3738-4A08-9D4A-06D48772EB65}" dt="2026-03-27T13:17:13.135" v="131" actId="478"/>
          <ac:spMkLst>
            <pc:docMk/>
            <pc:sldMk cId="3478331176" sldId="2147473119"/>
            <ac:spMk id="51" creationId="{B73AD995-D2B9-4032-D9BE-25A6D7ED8CFF}"/>
          </ac:spMkLst>
        </pc:spChg>
        <pc:spChg chg="del">
          <ac:chgData name="Nestor Enrique Forero Herrera" userId="43d8322e-7e61-4422-b9a5-fc2d9417ecda" providerId="ADAL" clId="{E4965C2A-3738-4A08-9D4A-06D48772EB65}" dt="2026-03-27T13:17:13.135" v="131" actId="478"/>
          <ac:spMkLst>
            <pc:docMk/>
            <pc:sldMk cId="3478331176" sldId="2147473119"/>
            <ac:spMk id="52" creationId="{42CDCB46-54BE-F607-11E4-C18692E993DA}"/>
          </ac:spMkLst>
        </pc:spChg>
        <pc:spChg chg="del">
          <ac:chgData name="Nestor Enrique Forero Herrera" userId="43d8322e-7e61-4422-b9a5-fc2d9417ecda" providerId="ADAL" clId="{E4965C2A-3738-4A08-9D4A-06D48772EB65}" dt="2026-03-27T13:17:13.135" v="131" actId="478"/>
          <ac:spMkLst>
            <pc:docMk/>
            <pc:sldMk cId="3478331176" sldId="2147473119"/>
            <ac:spMk id="55" creationId="{A2B7F421-4A09-7D0A-199B-886DB237593B}"/>
          </ac:spMkLst>
        </pc:spChg>
        <pc:spChg chg="add mod">
          <ac:chgData name="Nestor Enrique Forero Herrera" userId="43d8322e-7e61-4422-b9a5-fc2d9417ecda" providerId="ADAL" clId="{E4965C2A-3738-4A08-9D4A-06D48772EB65}" dt="2026-03-27T13:20:22.832" v="171" actId="1076"/>
          <ac:spMkLst>
            <pc:docMk/>
            <pc:sldMk cId="3478331176" sldId="2147473119"/>
            <ac:spMk id="64" creationId="{065A079D-DEBB-8BB3-224A-963721F4BDEE}"/>
          </ac:spMkLst>
        </pc:spChg>
        <pc:spChg chg="add mod">
          <ac:chgData name="Nestor Enrique Forero Herrera" userId="43d8322e-7e61-4422-b9a5-fc2d9417ecda" providerId="ADAL" clId="{E4965C2A-3738-4A08-9D4A-06D48772EB65}" dt="2026-03-27T13:20:22.832" v="171" actId="1076"/>
          <ac:spMkLst>
            <pc:docMk/>
            <pc:sldMk cId="3478331176" sldId="2147473119"/>
            <ac:spMk id="65" creationId="{863E3E72-0B84-5131-0568-21707DD1B608}"/>
          </ac:spMkLst>
        </pc:spChg>
        <pc:spChg chg="add mod">
          <ac:chgData name="Nestor Enrique Forero Herrera" userId="43d8322e-7e61-4422-b9a5-fc2d9417ecda" providerId="ADAL" clId="{E4965C2A-3738-4A08-9D4A-06D48772EB65}" dt="2026-03-27T13:20:22.832" v="171" actId="1076"/>
          <ac:spMkLst>
            <pc:docMk/>
            <pc:sldMk cId="3478331176" sldId="2147473119"/>
            <ac:spMk id="66" creationId="{6A5EF698-125A-E993-67E4-598516E98DAA}"/>
          </ac:spMkLst>
        </pc:spChg>
        <pc:spChg chg="add mod">
          <ac:chgData name="Nestor Enrique Forero Herrera" userId="43d8322e-7e61-4422-b9a5-fc2d9417ecda" providerId="ADAL" clId="{E4965C2A-3738-4A08-9D4A-06D48772EB65}" dt="2026-03-27T13:20:22.832" v="171" actId="1076"/>
          <ac:spMkLst>
            <pc:docMk/>
            <pc:sldMk cId="3478331176" sldId="2147473119"/>
            <ac:spMk id="67" creationId="{9C936E9A-E3F1-276D-F8F0-49EB31D5A1C5}"/>
          </ac:spMkLst>
        </pc:spChg>
        <pc:spChg chg="add mod">
          <ac:chgData name="Nestor Enrique Forero Herrera" userId="43d8322e-7e61-4422-b9a5-fc2d9417ecda" providerId="ADAL" clId="{E4965C2A-3738-4A08-9D4A-06D48772EB65}" dt="2026-03-27T13:20:22.832" v="171" actId="1076"/>
          <ac:spMkLst>
            <pc:docMk/>
            <pc:sldMk cId="3478331176" sldId="2147473119"/>
            <ac:spMk id="68" creationId="{02891736-17F2-81DE-259D-405B640EDF09}"/>
          </ac:spMkLst>
        </pc:spChg>
        <pc:spChg chg="add mod">
          <ac:chgData name="Nestor Enrique Forero Herrera" userId="43d8322e-7e61-4422-b9a5-fc2d9417ecda" providerId="ADAL" clId="{E4965C2A-3738-4A08-9D4A-06D48772EB65}" dt="2026-03-27T13:20:22.832" v="171" actId="1076"/>
          <ac:spMkLst>
            <pc:docMk/>
            <pc:sldMk cId="3478331176" sldId="2147473119"/>
            <ac:spMk id="69" creationId="{B909BE18-C1B6-84DC-5C57-F45A4D064292}"/>
          </ac:spMkLst>
        </pc:spChg>
        <pc:spChg chg="add mod">
          <ac:chgData name="Nestor Enrique Forero Herrera" userId="43d8322e-7e61-4422-b9a5-fc2d9417ecda" providerId="ADAL" clId="{E4965C2A-3738-4A08-9D4A-06D48772EB65}" dt="2026-03-27T13:20:22.832" v="171" actId="1076"/>
          <ac:spMkLst>
            <pc:docMk/>
            <pc:sldMk cId="3478331176" sldId="2147473119"/>
            <ac:spMk id="70" creationId="{AEEFBFF8-2A32-D978-F3F4-5AA7B7E2FCEB}"/>
          </ac:spMkLst>
        </pc:spChg>
        <pc:spChg chg="add mod">
          <ac:chgData name="Nestor Enrique Forero Herrera" userId="43d8322e-7e61-4422-b9a5-fc2d9417ecda" providerId="ADAL" clId="{E4965C2A-3738-4A08-9D4A-06D48772EB65}" dt="2026-03-27T13:20:22.832" v="171" actId="1076"/>
          <ac:spMkLst>
            <pc:docMk/>
            <pc:sldMk cId="3478331176" sldId="2147473119"/>
            <ac:spMk id="71" creationId="{056B2868-2681-A8F2-A33A-88D760E289E1}"/>
          </ac:spMkLst>
        </pc:spChg>
        <pc:spChg chg="add mod">
          <ac:chgData name="Nestor Enrique Forero Herrera" userId="43d8322e-7e61-4422-b9a5-fc2d9417ecda" providerId="ADAL" clId="{E4965C2A-3738-4A08-9D4A-06D48772EB65}" dt="2026-03-27T13:20:22.832" v="171" actId="1076"/>
          <ac:spMkLst>
            <pc:docMk/>
            <pc:sldMk cId="3478331176" sldId="2147473119"/>
            <ac:spMk id="72" creationId="{7F3B4E49-D335-504C-B118-1A267750FE4B}"/>
          </ac:spMkLst>
        </pc:spChg>
      </pc:sldChg>
      <pc:sldChg chg="addSp delSp modSp add del mod ord">
        <pc:chgData name="Nestor Enrique Forero Herrera" userId="43d8322e-7e61-4422-b9a5-fc2d9417ecda" providerId="ADAL" clId="{E4965C2A-3738-4A08-9D4A-06D48772EB65}" dt="2026-03-27T16:17:59.833" v="427" actId="47"/>
        <pc:sldMkLst>
          <pc:docMk/>
          <pc:sldMk cId="483653903" sldId="2147473120"/>
        </pc:sldMkLst>
        <pc:spChg chg="add del mod">
          <ac:chgData name="Nestor Enrique Forero Herrera" userId="43d8322e-7e61-4422-b9a5-fc2d9417ecda" providerId="ADAL" clId="{E4965C2A-3738-4A08-9D4A-06D48772EB65}" dt="2026-03-27T13:18:22.556" v="148" actId="478"/>
          <ac:spMkLst>
            <pc:docMk/>
            <pc:sldMk cId="483653903" sldId="2147473120"/>
            <ac:spMk id="2" creationId="{D93426B0-03E1-DB02-4D94-737855A713C6}"/>
          </ac:spMkLst>
        </pc:spChg>
        <pc:spChg chg="del">
          <ac:chgData name="Nestor Enrique Forero Herrera" userId="43d8322e-7e61-4422-b9a5-fc2d9417ecda" providerId="ADAL" clId="{E4965C2A-3738-4A08-9D4A-06D48772EB65}" dt="2026-03-27T13:18:08.092" v="145" actId="478"/>
          <ac:spMkLst>
            <pc:docMk/>
            <pc:sldMk cId="483653903" sldId="2147473120"/>
            <ac:spMk id="3" creationId="{1A056446-B800-3F63-B156-5FC75B8D4543}"/>
          </ac:spMkLst>
        </pc:spChg>
        <pc:spChg chg="mod">
          <ac:chgData name="Nestor Enrique Forero Herrera" userId="43d8322e-7e61-4422-b9a5-fc2d9417ecda" providerId="ADAL" clId="{E4965C2A-3738-4A08-9D4A-06D48772EB65}" dt="2026-03-27T13:18:25.740" v="149" actId="207"/>
          <ac:spMkLst>
            <pc:docMk/>
            <pc:sldMk cId="483653903" sldId="2147473120"/>
            <ac:spMk id="4" creationId="{69F6BAF7-06DF-5F44-BA98-E8B65766BCFE}"/>
          </ac:spMkLst>
        </pc:spChg>
        <pc:spChg chg="add mod">
          <ac:chgData name="Nestor Enrique Forero Herrera" userId="43d8322e-7e61-4422-b9a5-fc2d9417ecda" providerId="ADAL" clId="{E4965C2A-3738-4A08-9D4A-06D48772EB65}" dt="2026-03-27T13:18:15.289" v="146"/>
          <ac:spMkLst>
            <pc:docMk/>
            <pc:sldMk cId="483653903" sldId="2147473120"/>
            <ac:spMk id="5" creationId="{D5DFCDC6-4505-4485-D205-C1E2D638ABCB}"/>
          </ac:spMkLst>
        </pc:spChg>
        <pc:spChg chg="mod">
          <ac:chgData name="Nestor Enrique Forero Herrera" userId="43d8322e-7e61-4422-b9a5-fc2d9417ecda" providerId="ADAL" clId="{E4965C2A-3738-4A08-9D4A-06D48772EB65}" dt="2026-03-27T13:18:30.525" v="155" actId="1036"/>
          <ac:spMkLst>
            <pc:docMk/>
            <pc:sldMk cId="483653903" sldId="2147473120"/>
            <ac:spMk id="6" creationId="{B8D74624-1C9F-14C1-FD7C-D88B5F7BF91D}"/>
          </ac:spMkLst>
        </pc:spChg>
        <pc:spChg chg="del">
          <ac:chgData name="Nestor Enrique Forero Herrera" userId="43d8322e-7e61-4422-b9a5-fc2d9417ecda" providerId="ADAL" clId="{E4965C2A-3738-4A08-9D4A-06D48772EB65}" dt="2026-03-27T13:18:08.092" v="145" actId="478"/>
          <ac:spMkLst>
            <pc:docMk/>
            <pc:sldMk cId="483653903" sldId="2147473120"/>
            <ac:spMk id="8" creationId="{2637E824-38CD-7A77-185E-1A1EE5996FC1}"/>
          </ac:spMkLst>
        </pc:spChg>
        <pc:spChg chg="del">
          <ac:chgData name="Nestor Enrique Forero Herrera" userId="43d8322e-7e61-4422-b9a5-fc2d9417ecda" providerId="ADAL" clId="{E4965C2A-3738-4A08-9D4A-06D48772EB65}" dt="2026-03-27T13:18:08.092" v="145" actId="478"/>
          <ac:spMkLst>
            <pc:docMk/>
            <pc:sldMk cId="483653903" sldId="2147473120"/>
            <ac:spMk id="10" creationId="{7FBD63A9-4F84-3494-E985-2D714F1D25D0}"/>
          </ac:spMkLst>
        </pc:spChg>
        <pc:spChg chg="del">
          <ac:chgData name="Nestor Enrique Forero Herrera" userId="43d8322e-7e61-4422-b9a5-fc2d9417ecda" providerId="ADAL" clId="{E4965C2A-3738-4A08-9D4A-06D48772EB65}" dt="2026-03-27T13:18:08.092" v="145" actId="478"/>
          <ac:spMkLst>
            <pc:docMk/>
            <pc:sldMk cId="483653903" sldId="2147473120"/>
            <ac:spMk id="14" creationId="{EC154942-FCE6-B00F-06EE-2A35B65FFB81}"/>
          </ac:spMkLst>
        </pc:spChg>
        <pc:spChg chg="add mod">
          <ac:chgData name="Nestor Enrique Forero Herrera" userId="43d8322e-7e61-4422-b9a5-fc2d9417ecda" providerId="ADAL" clId="{E4965C2A-3738-4A08-9D4A-06D48772EB65}" dt="2026-03-27T13:18:15.289" v="146"/>
          <ac:spMkLst>
            <pc:docMk/>
            <pc:sldMk cId="483653903" sldId="2147473120"/>
            <ac:spMk id="18" creationId="{A4ED9E0C-E557-6D21-7FD6-DC8F967EB909}"/>
          </ac:spMkLst>
        </pc:spChg>
        <pc:spChg chg="del">
          <ac:chgData name="Nestor Enrique Forero Herrera" userId="43d8322e-7e61-4422-b9a5-fc2d9417ecda" providerId="ADAL" clId="{E4965C2A-3738-4A08-9D4A-06D48772EB65}" dt="2026-03-27T13:18:08.092" v="145" actId="478"/>
          <ac:spMkLst>
            <pc:docMk/>
            <pc:sldMk cId="483653903" sldId="2147473120"/>
            <ac:spMk id="20" creationId="{539D3496-84A6-ADCE-920F-DF74C795930B}"/>
          </ac:spMkLst>
        </pc:spChg>
        <pc:spChg chg="del">
          <ac:chgData name="Nestor Enrique Forero Herrera" userId="43d8322e-7e61-4422-b9a5-fc2d9417ecda" providerId="ADAL" clId="{E4965C2A-3738-4A08-9D4A-06D48772EB65}" dt="2026-03-27T13:18:08.092" v="145" actId="478"/>
          <ac:spMkLst>
            <pc:docMk/>
            <pc:sldMk cId="483653903" sldId="2147473120"/>
            <ac:spMk id="24" creationId="{9D18D492-B1A5-EA81-8B0F-4DF7FEE7FC7F}"/>
          </ac:spMkLst>
        </pc:spChg>
        <pc:spChg chg="del">
          <ac:chgData name="Nestor Enrique Forero Herrera" userId="43d8322e-7e61-4422-b9a5-fc2d9417ecda" providerId="ADAL" clId="{E4965C2A-3738-4A08-9D4A-06D48772EB65}" dt="2026-03-27T13:18:08.092" v="145" actId="478"/>
          <ac:spMkLst>
            <pc:docMk/>
            <pc:sldMk cId="483653903" sldId="2147473120"/>
            <ac:spMk id="25" creationId="{A9B7C9AF-5D68-B322-D0BA-F04B6DC47F84}"/>
          </ac:spMkLst>
        </pc:spChg>
        <pc:spChg chg="add mod">
          <ac:chgData name="Nestor Enrique Forero Herrera" userId="43d8322e-7e61-4422-b9a5-fc2d9417ecda" providerId="ADAL" clId="{E4965C2A-3738-4A08-9D4A-06D48772EB65}" dt="2026-03-27T13:18:15.289" v="146"/>
          <ac:spMkLst>
            <pc:docMk/>
            <pc:sldMk cId="483653903" sldId="2147473120"/>
            <ac:spMk id="26" creationId="{19391CC2-76B8-ECDB-9D0E-2F40B0863188}"/>
          </ac:spMkLst>
        </pc:spChg>
        <pc:spChg chg="del">
          <ac:chgData name="Nestor Enrique Forero Herrera" userId="43d8322e-7e61-4422-b9a5-fc2d9417ecda" providerId="ADAL" clId="{E4965C2A-3738-4A08-9D4A-06D48772EB65}" dt="2026-03-27T13:18:08.092" v="145" actId="478"/>
          <ac:spMkLst>
            <pc:docMk/>
            <pc:sldMk cId="483653903" sldId="2147473120"/>
            <ac:spMk id="29" creationId="{2F786150-5ECB-E01F-AEE1-17171067B7E8}"/>
          </ac:spMkLst>
        </pc:spChg>
        <pc:spChg chg="del">
          <ac:chgData name="Nestor Enrique Forero Herrera" userId="43d8322e-7e61-4422-b9a5-fc2d9417ecda" providerId="ADAL" clId="{E4965C2A-3738-4A08-9D4A-06D48772EB65}" dt="2026-03-27T13:18:08.092" v="145" actId="478"/>
          <ac:spMkLst>
            <pc:docMk/>
            <pc:sldMk cId="483653903" sldId="2147473120"/>
            <ac:spMk id="32" creationId="{AEEB2759-60BE-D1B1-9DB2-3203F5DC7DDF}"/>
          </ac:spMkLst>
        </pc:spChg>
        <pc:spChg chg="del">
          <ac:chgData name="Nestor Enrique Forero Herrera" userId="43d8322e-7e61-4422-b9a5-fc2d9417ecda" providerId="ADAL" clId="{E4965C2A-3738-4A08-9D4A-06D48772EB65}" dt="2026-03-27T13:18:08.092" v="145" actId="478"/>
          <ac:spMkLst>
            <pc:docMk/>
            <pc:sldMk cId="483653903" sldId="2147473120"/>
            <ac:spMk id="33" creationId="{AFACAEC0-9C35-CD87-8CDF-A562B67106A8}"/>
          </ac:spMkLst>
        </pc:spChg>
        <pc:spChg chg="add mod">
          <ac:chgData name="Nestor Enrique Forero Herrera" userId="43d8322e-7e61-4422-b9a5-fc2d9417ecda" providerId="ADAL" clId="{E4965C2A-3738-4A08-9D4A-06D48772EB65}" dt="2026-03-27T13:18:15.289" v="146"/>
          <ac:spMkLst>
            <pc:docMk/>
            <pc:sldMk cId="483653903" sldId="2147473120"/>
            <ac:spMk id="35" creationId="{55BFCAB5-41E4-0A05-4813-CB857CE9A762}"/>
          </ac:spMkLst>
        </pc:spChg>
        <pc:spChg chg="add mod">
          <ac:chgData name="Nestor Enrique Forero Herrera" userId="43d8322e-7e61-4422-b9a5-fc2d9417ecda" providerId="ADAL" clId="{E4965C2A-3738-4A08-9D4A-06D48772EB65}" dt="2026-03-27T13:18:15.289" v="146"/>
          <ac:spMkLst>
            <pc:docMk/>
            <pc:sldMk cId="483653903" sldId="2147473120"/>
            <ac:spMk id="37" creationId="{74675A04-7C6B-C251-BA87-106F7B1AFD94}"/>
          </ac:spMkLst>
        </pc:spChg>
        <pc:spChg chg="add mod">
          <ac:chgData name="Nestor Enrique Forero Herrera" userId="43d8322e-7e61-4422-b9a5-fc2d9417ecda" providerId="ADAL" clId="{E4965C2A-3738-4A08-9D4A-06D48772EB65}" dt="2026-03-27T13:18:15.289" v="146"/>
          <ac:spMkLst>
            <pc:docMk/>
            <pc:sldMk cId="483653903" sldId="2147473120"/>
            <ac:spMk id="39" creationId="{FB832D09-199E-AAAA-B1CA-643FA19B4F72}"/>
          </ac:spMkLst>
        </pc:spChg>
        <pc:spChg chg="add mod">
          <ac:chgData name="Nestor Enrique Forero Herrera" userId="43d8322e-7e61-4422-b9a5-fc2d9417ecda" providerId="ADAL" clId="{E4965C2A-3738-4A08-9D4A-06D48772EB65}" dt="2026-03-27T13:18:15.289" v="146"/>
          <ac:spMkLst>
            <pc:docMk/>
            <pc:sldMk cId="483653903" sldId="2147473120"/>
            <ac:spMk id="45" creationId="{1322F202-1A83-8832-BE22-93075C8A54F6}"/>
          </ac:spMkLst>
        </pc:spChg>
        <pc:spChg chg="add mod">
          <ac:chgData name="Nestor Enrique Forero Herrera" userId="43d8322e-7e61-4422-b9a5-fc2d9417ecda" providerId="ADAL" clId="{E4965C2A-3738-4A08-9D4A-06D48772EB65}" dt="2026-03-27T13:18:15.289" v="146"/>
          <ac:spMkLst>
            <pc:docMk/>
            <pc:sldMk cId="483653903" sldId="2147473120"/>
            <ac:spMk id="47" creationId="{F96E2B1A-ED06-4E81-AE14-CFF0A36EE7B1}"/>
          </ac:spMkLst>
        </pc:spChg>
        <pc:spChg chg="add mod">
          <ac:chgData name="Nestor Enrique Forero Herrera" userId="43d8322e-7e61-4422-b9a5-fc2d9417ecda" providerId="ADAL" clId="{E4965C2A-3738-4A08-9D4A-06D48772EB65}" dt="2026-03-27T13:18:15.289" v="146"/>
          <ac:spMkLst>
            <pc:docMk/>
            <pc:sldMk cId="483653903" sldId="2147473120"/>
            <ac:spMk id="50" creationId="{34AC6F1C-5A3C-9434-6768-741F757C789C}"/>
          </ac:spMkLst>
        </pc:spChg>
      </pc:sldChg>
      <pc:sldChg chg="addSp delSp modSp add del mod">
        <pc:chgData name="Nestor Enrique Forero Herrera" userId="43d8322e-7e61-4422-b9a5-fc2d9417ecda" providerId="ADAL" clId="{E4965C2A-3738-4A08-9D4A-06D48772EB65}" dt="2026-03-27T16:18:18.794" v="429" actId="47"/>
        <pc:sldMkLst>
          <pc:docMk/>
          <pc:sldMk cId="2718752294" sldId="2147473121"/>
        </pc:sldMkLst>
        <pc:spChg chg="del">
          <ac:chgData name="Nestor Enrique Forero Herrera" userId="43d8322e-7e61-4422-b9a5-fc2d9417ecda" providerId="ADAL" clId="{E4965C2A-3738-4A08-9D4A-06D48772EB65}" dt="2026-03-27T13:18:49.392" v="159" actId="478"/>
          <ac:spMkLst>
            <pc:docMk/>
            <pc:sldMk cId="2718752294" sldId="2147473121"/>
            <ac:spMk id="2" creationId="{8F89EEE5-314C-A655-DCD2-DDFD5F59AC81}"/>
          </ac:spMkLst>
        </pc:spChg>
        <pc:spChg chg="mod">
          <ac:chgData name="Nestor Enrique Forero Herrera" userId="43d8322e-7e61-4422-b9a5-fc2d9417ecda" providerId="ADAL" clId="{E4965C2A-3738-4A08-9D4A-06D48772EB65}" dt="2026-03-27T13:18:51.972" v="160" actId="207"/>
          <ac:spMkLst>
            <pc:docMk/>
            <pc:sldMk cId="2718752294" sldId="2147473121"/>
            <ac:spMk id="3" creationId="{BF08851D-FEC2-E541-2110-1D2F44FAB97C}"/>
          </ac:spMkLst>
        </pc:spChg>
        <pc:spChg chg="del">
          <ac:chgData name="Nestor Enrique Forero Herrera" userId="43d8322e-7e61-4422-b9a5-fc2d9417ecda" providerId="ADAL" clId="{E4965C2A-3738-4A08-9D4A-06D48772EB65}" dt="2026-03-27T13:18:41.904" v="157" actId="478"/>
          <ac:spMkLst>
            <pc:docMk/>
            <pc:sldMk cId="2718752294" sldId="2147473121"/>
            <ac:spMk id="4" creationId="{874BF9DE-6103-CF0B-0B46-3CF9D69CE982}"/>
          </ac:spMkLst>
        </pc:spChg>
        <pc:spChg chg="add mod">
          <ac:chgData name="Nestor Enrique Forero Herrera" userId="43d8322e-7e61-4422-b9a5-fc2d9417ecda" providerId="ADAL" clId="{E4965C2A-3738-4A08-9D4A-06D48772EB65}" dt="2026-03-27T13:18:58.492" v="168" actId="1036"/>
          <ac:spMkLst>
            <pc:docMk/>
            <pc:sldMk cId="2718752294" sldId="2147473121"/>
            <ac:spMk id="8" creationId="{7B37D93A-E118-8E42-0CD0-78EADBAC346F}"/>
          </ac:spMkLst>
        </pc:spChg>
        <pc:spChg chg="add mod">
          <ac:chgData name="Nestor Enrique Forero Herrera" userId="43d8322e-7e61-4422-b9a5-fc2d9417ecda" providerId="ADAL" clId="{E4965C2A-3738-4A08-9D4A-06D48772EB65}" dt="2026-03-27T13:18:47.161" v="158"/>
          <ac:spMkLst>
            <pc:docMk/>
            <pc:sldMk cId="2718752294" sldId="2147473121"/>
            <ac:spMk id="11" creationId="{87C67295-F17F-1FEA-16BD-18A8440E2C25}"/>
          </ac:spMkLst>
        </pc:spChg>
        <pc:spChg chg="add mod">
          <ac:chgData name="Nestor Enrique Forero Herrera" userId="43d8322e-7e61-4422-b9a5-fc2d9417ecda" providerId="ADAL" clId="{E4965C2A-3738-4A08-9D4A-06D48772EB65}" dt="2026-03-27T13:18:47.161" v="158"/>
          <ac:spMkLst>
            <pc:docMk/>
            <pc:sldMk cId="2718752294" sldId="2147473121"/>
            <ac:spMk id="13" creationId="{9D68E48E-C949-2892-50AD-22B95C6C416C}"/>
          </ac:spMkLst>
        </pc:spChg>
        <pc:spChg chg="add mod">
          <ac:chgData name="Nestor Enrique Forero Herrera" userId="43d8322e-7e61-4422-b9a5-fc2d9417ecda" providerId="ADAL" clId="{E4965C2A-3738-4A08-9D4A-06D48772EB65}" dt="2026-03-27T13:18:47.161" v="158"/>
          <ac:spMkLst>
            <pc:docMk/>
            <pc:sldMk cId="2718752294" sldId="2147473121"/>
            <ac:spMk id="14" creationId="{978644DB-CB87-5D24-4853-C42A41C36F6F}"/>
          </ac:spMkLst>
        </pc:spChg>
        <pc:spChg chg="add mod">
          <ac:chgData name="Nestor Enrique Forero Herrera" userId="43d8322e-7e61-4422-b9a5-fc2d9417ecda" providerId="ADAL" clId="{E4965C2A-3738-4A08-9D4A-06D48772EB65}" dt="2026-03-27T13:18:47.161" v="158"/>
          <ac:spMkLst>
            <pc:docMk/>
            <pc:sldMk cId="2718752294" sldId="2147473121"/>
            <ac:spMk id="16" creationId="{3DA88BF5-6464-7828-8D19-002A9EDE76C9}"/>
          </ac:spMkLst>
        </pc:spChg>
        <pc:spChg chg="del">
          <ac:chgData name="Nestor Enrique Forero Herrera" userId="43d8322e-7e61-4422-b9a5-fc2d9417ecda" providerId="ADAL" clId="{E4965C2A-3738-4A08-9D4A-06D48772EB65}" dt="2026-03-27T13:18:41.904" v="157" actId="478"/>
          <ac:spMkLst>
            <pc:docMk/>
            <pc:sldMk cId="2718752294" sldId="2147473121"/>
            <ac:spMk id="17" creationId="{118BFE00-A729-184F-DE37-7CC03938C53B}"/>
          </ac:spMkLst>
        </pc:spChg>
        <pc:spChg chg="add mod">
          <ac:chgData name="Nestor Enrique Forero Herrera" userId="43d8322e-7e61-4422-b9a5-fc2d9417ecda" providerId="ADAL" clId="{E4965C2A-3738-4A08-9D4A-06D48772EB65}" dt="2026-03-27T13:18:47.161" v="158"/>
          <ac:spMkLst>
            <pc:docMk/>
            <pc:sldMk cId="2718752294" sldId="2147473121"/>
            <ac:spMk id="20" creationId="{D960F576-8664-3292-7B60-1F98B7480D49}"/>
          </ac:spMkLst>
        </pc:spChg>
        <pc:spChg chg="add mod">
          <ac:chgData name="Nestor Enrique Forero Herrera" userId="43d8322e-7e61-4422-b9a5-fc2d9417ecda" providerId="ADAL" clId="{E4965C2A-3738-4A08-9D4A-06D48772EB65}" dt="2026-03-27T13:18:47.161" v="158"/>
          <ac:spMkLst>
            <pc:docMk/>
            <pc:sldMk cId="2718752294" sldId="2147473121"/>
            <ac:spMk id="23" creationId="{FCEE0382-0794-3CEC-7687-3889C0B0EC54}"/>
          </ac:spMkLst>
        </pc:spChg>
        <pc:spChg chg="add mod">
          <ac:chgData name="Nestor Enrique Forero Herrera" userId="43d8322e-7e61-4422-b9a5-fc2d9417ecda" providerId="ADAL" clId="{E4965C2A-3738-4A08-9D4A-06D48772EB65}" dt="2026-03-27T13:18:47.161" v="158"/>
          <ac:spMkLst>
            <pc:docMk/>
            <pc:sldMk cId="2718752294" sldId="2147473121"/>
            <ac:spMk id="25" creationId="{4F9A64A8-28CA-FC25-F4FB-E8D6A977B2CB}"/>
          </ac:spMkLst>
        </pc:spChg>
        <pc:spChg chg="add mod">
          <ac:chgData name="Nestor Enrique Forero Herrera" userId="43d8322e-7e61-4422-b9a5-fc2d9417ecda" providerId="ADAL" clId="{E4965C2A-3738-4A08-9D4A-06D48772EB65}" dt="2026-03-27T13:18:47.161" v="158"/>
          <ac:spMkLst>
            <pc:docMk/>
            <pc:sldMk cId="2718752294" sldId="2147473121"/>
            <ac:spMk id="27" creationId="{57659F42-27B0-03B7-97B6-4F15CFC2D3CF}"/>
          </ac:spMkLst>
        </pc:spChg>
        <pc:spChg chg="add mod">
          <ac:chgData name="Nestor Enrique Forero Herrera" userId="43d8322e-7e61-4422-b9a5-fc2d9417ecda" providerId="ADAL" clId="{E4965C2A-3738-4A08-9D4A-06D48772EB65}" dt="2026-03-27T13:18:47.161" v="158"/>
          <ac:spMkLst>
            <pc:docMk/>
            <pc:sldMk cId="2718752294" sldId="2147473121"/>
            <ac:spMk id="34" creationId="{CDB3FFEC-432B-10F8-BA20-9F815AC9B674}"/>
          </ac:spMkLst>
        </pc:spChg>
        <pc:spChg chg="del">
          <ac:chgData name="Nestor Enrique Forero Herrera" userId="43d8322e-7e61-4422-b9a5-fc2d9417ecda" providerId="ADAL" clId="{E4965C2A-3738-4A08-9D4A-06D48772EB65}" dt="2026-03-27T13:18:41.904" v="157" actId="478"/>
          <ac:spMkLst>
            <pc:docMk/>
            <pc:sldMk cId="2718752294" sldId="2147473121"/>
            <ac:spMk id="36" creationId="{7F31BBC6-F376-409C-A56A-64D299BF43C4}"/>
          </ac:spMkLst>
        </pc:spChg>
        <pc:spChg chg="del">
          <ac:chgData name="Nestor Enrique Forero Herrera" userId="43d8322e-7e61-4422-b9a5-fc2d9417ecda" providerId="ADAL" clId="{E4965C2A-3738-4A08-9D4A-06D48772EB65}" dt="2026-03-27T13:18:41.904" v="157" actId="478"/>
          <ac:spMkLst>
            <pc:docMk/>
            <pc:sldMk cId="2718752294" sldId="2147473121"/>
            <ac:spMk id="37" creationId="{45F3913A-7CF2-E7EA-FA17-0290220BF23F}"/>
          </ac:spMkLst>
        </pc:spChg>
        <pc:spChg chg="del">
          <ac:chgData name="Nestor Enrique Forero Herrera" userId="43d8322e-7e61-4422-b9a5-fc2d9417ecda" providerId="ADAL" clId="{E4965C2A-3738-4A08-9D4A-06D48772EB65}" dt="2026-03-27T13:18:41.904" v="157" actId="478"/>
          <ac:spMkLst>
            <pc:docMk/>
            <pc:sldMk cId="2718752294" sldId="2147473121"/>
            <ac:spMk id="39" creationId="{A92AD249-FDD2-4D17-48E0-0E9ADC37295F}"/>
          </ac:spMkLst>
        </pc:spChg>
        <pc:spChg chg="del">
          <ac:chgData name="Nestor Enrique Forero Herrera" userId="43d8322e-7e61-4422-b9a5-fc2d9417ecda" providerId="ADAL" clId="{E4965C2A-3738-4A08-9D4A-06D48772EB65}" dt="2026-03-27T13:18:41.904" v="157" actId="478"/>
          <ac:spMkLst>
            <pc:docMk/>
            <pc:sldMk cId="2718752294" sldId="2147473121"/>
            <ac:spMk id="42" creationId="{8964DA47-659B-633F-2ED1-6B8FD05D3852}"/>
          </ac:spMkLst>
        </pc:spChg>
        <pc:spChg chg="del">
          <ac:chgData name="Nestor Enrique Forero Herrera" userId="43d8322e-7e61-4422-b9a5-fc2d9417ecda" providerId="ADAL" clId="{E4965C2A-3738-4A08-9D4A-06D48772EB65}" dt="2026-03-27T13:18:41.904" v="157" actId="478"/>
          <ac:spMkLst>
            <pc:docMk/>
            <pc:sldMk cId="2718752294" sldId="2147473121"/>
            <ac:spMk id="43" creationId="{B6A89957-DADE-71A3-BE29-999F636C149A}"/>
          </ac:spMkLst>
        </pc:spChg>
        <pc:spChg chg="del">
          <ac:chgData name="Nestor Enrique Forero Herrera" userId="43d8322e-7e61-4422-b9a5-fc2d9417ecda" providerId="ADAL" clId="{E4965C2A-3738-4A08-9D4A-06D48772EB65}" dt="2026-03-27T13:18:41.904" v="157" actId="478"/>
          <ac:spMkLst>
            <pc:docMk/>
            <pc:sldMk cId="2718752294" sldId="2147473121"/>
            <ac:spMk id="45" creationId="{34F4D1B5-6081-198B-A1DB-82837B0ABBF0}"/>
          </ac:spMkLst>
        </pc:spChg>
        <pc:spChg chg="del">
          <ac:chgData name="Nestor Enrique Forero Herrera" userId="43d8322e-7e61-4422-b9a5-fc2d9417ecda" providerId="ADAL" clId="{E4965C2A-3738-4A08-9D4A-06D48772EB65}" dt="2026-03-27T13:18:41.904" v="157" actId="478"/>
          <ac:spMkLst>
            <pc:docMk/>
            <pc:sldMk cId="2718752294" sldId="2147473121"/>
            <ac:spMk id="49" creationId="{F35252EC-0956-CF28-BCAB-19992FB4C517}"/>
          </ac:spMkLst>
        </pc:spChg>
        <pc:spChg chg="del">
          <ac:chgData name="Nestor Enrique Forero Herrera" userId="43d8322e-7e61-4422-b9a5-fc2d9417ecda" providerId="ADAL" clId="{E4965C2A-3738-4A08-9D4A-06D48772EB65}" dt="2026-03-27T13:18:41.904" v="157" actId="478"/>
          <ac:spMkLst>
            <pc:docMk/>
            <pc:sldMk cId="2718752294" sldId="2147473121"/>
            <ac:spMk id="50" creationId="{B73D08A8-DAE5-8263-C590-FD01F319370D}"/>
          </ac:spMkLst>
        </pc:spChg>
      </pc:sldChg>
      <pc:sldChg chg="modSp add mod">
        <pc:chgData name="Nestor Enrique Forero Herrera" userId="43d8322e-7e61-4422-b9a5-fc2d9417ecda" providerId="ADAL" clId="{E4965C2A-3738-4A08-9D4A-06D48772EB65}" dt="2026-03-27T17:00:08.065" v="435" actId="20577"/>
        <pc:sldMkLst>
          <pc:docMk/>
          <pc:sldMk cId="199610566" sldId="2147473122"/>
        </pc:sldMkLst>
        <pc:spChg chg="mod">
          <ac:chgData name="Nestor Enrique Forero Herrera" userId="43d8322e-7e61-4422-b9a5-fc2d9417ecda" providerId="ADAL" clId="{E4965C2A-3738-4A08-9D4A-06D48772EB65}" dt="2026-03-27T17:00:08.065" v="435" actId="20577"/>
          <ac:spMkLst>
            <pc:docMk/>
            <pc:sldMk cId="199610566" sldId="2147473122"/>
            <ac:spMk id="8" creationId="{0D714275-93E1-2E28-BFEA-20EF65A8E516}"/>
          </ac:spMkLst>
        </pc:spChg>
      </pc:sldChg>
      <pc:sldChg chg="modSp add mod">
        <pc:chgData name="Nestor Enrique Forero Herrera" userId="43d8322e-7e61-4422-b9a5-fc2d9417ecda" providerId="ADAL" clId="{E4965C2A-3738-4A08-9D4A-06D48772EB65}" dt="2026-03-27T17:00:15.154" v="437" actId="20577"/>
        <pc:sldMkLst>
          <pc:docMk/>
          <pc:sldMk cId="1607931470" sldId="2147473123"/>
        </pc:sldMkLst>
        <pc:spChg chg="mod">
          <ac:chgData name="Nestor Enrique Forero Herrera" userId="43d8322e-7e61-4422-b9a5-fc2d9417ecda" providerId="ADAL" clId="{E4965C2A-3738-4A08-9D4A-06D48772EB65}" dt="2026-03-27T17:00:15.154" v="437" actId="20577"/>
          <ac:spMkLst>
            <pc:docMk/>
            <pc:sldMk cId="1607931470" sldId="2147473123"/>
            <ac:spMk id="8" creationId="{0D714275-93E1-2E28-BFEA-20EF65A8E516}"/>
          </ac:spMkLst>
        </pc:spChg>
      </pc:sldChg>
      <pc:sldChg chg="modSp add mod">
        <pc:chgData name="Nestor Enrique Forero Herrera" userId="43d8322e-7e61-4422-b9a5-fc2d9417ecda" providerId="ADAL" clId="{E4965C2A-3738-4A08-9D4A-06D48772EB65}" dt="2026-03-27T17:00:20.001" v="439" actId="20577"/>
        <pc:sldMkLst>
          <pc:docMk/>
          <pc:sldMk cId="2164933704" sldId="2147473124"/>
        </pc:sldMkLst>
        <pc:spChg chg="mod">
          <ac:chgData name="Nestor Enrique Forero Herrera" userId="43d8322e-7e61-4422-b9a5-fc2d9417ecda" providerId="ADAL" clId="{E4965C2A-3738-4A08-9D4A-06D48772EB65}" dt="2026-03-27T17:00:20.001" v="439" actId="20577"/>
          <ac:spMkLst>
            <pc:docMk/>
            <pc:sldMk cId="2164933704" sldId="2147473124"/>
            <ac:spMk id="8" creationId="{0D714275-93E1-2E28-BFEA-20EF65A8E516}"/>
          </ac:spMkLst>
        </pc:spChg>
      </pc:sldChg>
      <pc:sldChg chg="add del">
        <pc:chgData name="Nestor Enrique Forero Herrera" userId="43d8322e-7e61-4422-b9a5-fc2d9417ecda" providerId="ADAL" clId="{E4965C2A-3738-4A08-9D4A-06D48772EB65}" dt="2026-03-27T16:18:48.622" v="431"/>
        <pc:sldMkLst>
          <pc:docMk/>
          <pc:sldMk cId="3587364701" sldId="2147473124"/>
        </pc:sldMkLst>
      </pc:sldChg>
      <pc:sldChg chg="modSp add mod">
        <pc:chgData name="Nestor Enrique Forero Herrera" userId="43d8322e-7e61-4422-b9a5-fc2d9417ecda" providerId="ADAL" clId="{E4965C2A-3738-4A08-9D4A-06D48772EB65}" dt="2026-03-27T17:00:24.753" v="441" actId="20577"/>
        <pc:sldMkLst>
          <pc:docMk/>
          <pc:sldMk cId="2838710759" sldId="2147473125"/>
        </pc:sldMkLst>
        <pc:spChg chg="mod">
          <ac:chgData name="Nestor Enrique Forero Herrera" userId="43d8322e-7e61-4422-b9a5-fc2d9417ecda" providerId="ADAL" clId="{E4965C2A-3738-4A08-9D4A-06D48772EB65}" dt="2026-03-27T17:00:24.753" v="441" actId="20577"/>
          <ac:spMkLst>
            <pc:docMk/>
            <pc:sldMk cId="2838710759" sldId="2147473125"/>
            <ac:spMk id="8" creationId="{0D714275-93E1-2E28-BFEA-20EF65A8E51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3AD224-648F-4C33-908F-24391304EEF0}" type="datetimeFigureOut">
              <a:rPr lang="es-CO" smtClean="0"/>
              <a:t>27/03/2026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75F48B-AA4B-4B32-A898-C0A351B1C06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3920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AD196-0EC9-5899-98C5-F8688D032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B6E85A2-1FA6-3D46-BF1C-2F4ACC76BD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C7037F2-6291-CA13-38AC-5CEE112711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26EA897-18F4-E08D-8978-A7533D6932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7D13CB-A4E7-3647-A08C-0A7618D066A8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16412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5046F-1599-AFA8-14B4-422EEA189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64CC9CC-6BF1-A906-620C-47BC5D6250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293B9E4-9D45-E3F6-3714-895DB6BE40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4EE83C8-BBAC-BB6C-431C-9BA3B44AC6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7D13CB-A4E7-3647-A08C-0A7618D066A8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88452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D8E1A-2963-0AE1-CF34-5A1E1EB9E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1D6DC3A-3913-17DA-541D-B2F69B36FC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5609763-C81F-A3E4-10D0-6F789FDBEE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F5677B2-D4BE-D00F-8DBA-6BA1B3DB00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7D13CB-A4E7-3647-A08C-0A7618D066A8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15348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D8E1A-2963-0AE1-CF34-5A1E1EB9E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1D6DC3A-3913-17DA-541D-B2F69B36FC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5609763-C81F-A3E4-10D0-6F789FDBEE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F5677B2-D4BE-D00F-8DBA-6BA1B3DB00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7D13CB-A4E7-3647-A08C-0A7618D066A8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15348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D8E1A-2963-0AE1-CF34-5A1E1EB9E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1D6DC3A-3913-17DA-541D-B2F69B36FC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5609763-C81F-A3E4-10D0-6F789FDBEE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F5677B2-D4BE-D00F-8DBA-6BA1B3DB00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7D13CB-A4E7-3647-A08C-0A7618D066A8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15348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D8E1A-2963-0AE1-CF34-5A1E1EB9E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1D6DC3A-3913-17DA-541D-B2F69B36FC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5609763-C81F-A3E4-10D0-6F789FDBEE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F5677B2-D4BE-D00F-8DBA-6BA1B3DB00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7D13CB-A4E7-3647-A08C-0A7618D066A8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15348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D8E1A-2963-0AE1-CF34-5A1E1EB9E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1D6DC3A-3913-17DA-541D-B2F69B36FC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5609763-C81F-A3E4-10D0-6F789FDBEE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F5677B2-D4BE-D00F-8DBA-6BA1B3DB00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7D13CB-A4E7-3647-A08C-0A7618D066A8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15348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FE328-72EF-EE6D-3688-BF610092A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1337C1-4E28-46FE-B931-8BF6C4880C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C46C8DC-B740-F456-F823-33B32AC209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94DCC9A-7909-AA0E-913F-0E0DB0DFE9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B2B5B6-2AC2-1E41-B227-1D8CA542F413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8417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66854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1">
            <a:extLst>
              <a:ext uri="{FF2B5EF4-FFF2-40B4-BE49-F238E27FC236}">
                <a16:creationId xmlns:a16="http://schemas.microsoft.com/office/drawing/2014/main" id="{1D64E781-548B-1A1A-F6D7-E6A86B63687D}"/>
              </a:ext>
            </a:extLst>
          </p:cNvPr>
          <p:cNvSpPr/>
          <p:nvPr userDrawn="1"/>
        </p:nvSpPr>
        <p:spPr>
          <a:xfrm>
            <a:off x="0" y="1"/>
            <a:ext cx="12192000" cy="68734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rgbClr val="002060"/>
              </a:solidFill>
              <a:latin typeface="Futura Std Book" panose="020B0502020204020303" pitchFamily="34" charset="77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50A45C8-AE2C-B2B1-3583-82018E216B93}"/>
              </a:ext>
            </a:extLst>
          </p:cNvPr>
          <p:cNvSpPr/>
          <p:nvPr userDrawn="1"/>
        </p:nvSpPr>
        <p:spPr>
          <a:xfrm>
            <a:off x="0" y="6808753"/>
            <a:ext cx="12192000" cy="58448"/>
          </a:xfrm>
          <a:prstGeom prst="rect">
            <a:avLst/>
          </a:prstGeom>
          <a:solidFill>
            <a:srgbClr val="001F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56D94E2-512A-AD22-0A31-C4665745EAA6}"/>
              </a:ext>
            </a:extLst>
          </p:cNvPr>
          <p:cNvSpPr/>
          <p:nvPr userDrawn="1"/>
        </p:nvSpPr>
        <p:spPr>
          <a:xfrm>
            <a:off x="0" y="0"/>
            <a:ext cx="12192000" cy="14294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17893A8F-993A-A229-99A3-A67FD42E46B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973498" y="192049"/>
            <a:ext cx="1964463" cy="60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4547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80126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89A885DC-3C40-3D3B-EA2C-D1A3062C3AD5}"/>
              </a:ext>
            </a:extLst>
          </p:cNvPr>
          <p:cNvSpPr/>
          <p:nvPr userDrawn="1"/>
        </p:nvSpPr>
        <p:spPr>
          <a:xfrm>
            <a:off x="0" y="0"/>
            <a:ext cx="12192000" cy="161685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6D94F361-C2D0-4862-04DF-EBB9F7A2D8C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973498" y="192049"/>
            <a:ext cx="1964463" cy="609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3808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F8C0C849-83C5-26ED-4FCF-C9897E4F1F49}"/>
              </a:ext>
            </a:extLst>
          </p:cNvPr>
          <p:cNvSpPr/>
          <p:nvPr userDrawn="1"/>
        </p:nvSpPr>
        <p:spPr>
          <a:xfrm>
            <a:off x="0" y="1471612"/>
            <a:ext cx="12192000" cy="5310188"/>
          </a:xfrm>
          <a:prstGeom prst="rect">
            <a:avLst/>
          </a:prstGeom>
          <a:solidFill>
            <a:srgbClr val="DEEBF7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082391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F8C0C849-83C5-26ED-4FCF-C9897E4F1F49}"/>
              </a:ext>
            </a:extLst>
          </p:cNvPr>
          <p:cNvSpPr/>
          <p:nvPr userDrawn="1"/>
        </p:nvSpPr>
        <p:spPr>
          <a:xfrm>
            <a:off x="0" y="0"/>
            <a:ext cx="12192000" cy="6781800"/>
          </a:xfrm>
          <a:prstGeom prst="rect">
            <a:avLst/>
          </a:prstGeom>
          <a:solidFill>
            <a:srgbClr val="DEEBF7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C9771AD1-474F-A3C0-8B7A-6289FF153A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973498" y="192049"/>
            <a:ext cx="1964463" cy="60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0936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F8C0C849-83C5-26ED-4FCF-C9897E4F1F49}"/>
              </a:ext>
            </a:extLst>
          </p:cNvPr>
          <p:cNvSpPr/>
          <p:nvPr userDrawn="1"/>
        </p:nvSpPr>
        <p:spPr>
          <a:xfrm>
            <a:off x="0" y="1471612"/>
            <a:ext cx="12192000" cy="5310188"/>
          </a:xfrm>
          <a:prstGeom prst="rect">
            <a:avLst/>
          </a:prstGeom>
          <a:solidFill>
            <a:srgbClr val="DEEBF7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448803C-74BF-27B4-32E4-B1198B66E3DC}"/>
              </a:ext>
            </a:extLst>
          </p:cNvPr>
          <p:cNvSpPr/>
          <p:nvPr userDrawn="1"/>
        </p:nvSpPr>
        <p:spPr>
          <a:xfrm>
            <a:off x="6096000" y="1471612"/>
            <a:ext cx="6096000" cy="53101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832655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F8C0C849-83C5-26ED-4FCF-C9897E4F1F49}"/>
              </a:ext>
            </a:extLst>
          </p:cNvPr>
          <p:cNvSpPr/>
          <p:nvPr userDrawn="1"/>
        </p:nvSpPr>
        <p:spPr>
          <a:xfrm>
            <a:off x="0" y="1471612"/>
            <a:ext cx="12192000" cy="5310188"/>
          </a:xfrm>
          <a:prstGeom prst="rect">
            <a:avLst/>
          </a:prstGeom>
          <a:solidFill>
            <a:srgbClr val="DEEBF7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448803C-74BF-27B4-32E4-B1198B66E3DC}"/>
              </a:ext>
            </a:extLst>
          </p:cNvPr>
          <p:cNvSpPr/>
          <p:nvPr userDrawn="1"/>
        </p:nvSpPr>
        <p:spPr>
          <a:xfrm>
            <a:off x="6096000" y="1471612"/>
            <a:ext cx="6096000" cy="53101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715030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vertical y texto">
    <p:bg>
      <p:bgPr>
        <a:solidFill>
          <a:srgbClr val="DEEBF7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74669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1">
            <a:extLst>
              <a:ext uri="{FF2B5EF4-FFF2-40B4-BE49-F238E27FC236}">
                <a16:creationId xmlns:a16="http://schemas.microsoft.com/office/drawing/2014/main" id="{1D64E781-548B-1A1A-F6D7-E6A86B63687D}"/>
              </a:ext>
            </a:extLst>
          </p:cNvPr>
          <p:cNvSpPr/>
          <p:nvPr userDrawn="1"/>
        </p:nvSpPr>
        <p:spPr>
          <a:xfrm>
            <a:off x="0" y="1"/>
            <a:ext cx="12192000" cy="68734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rgbClr val="002060"/>
              </a:solidFill>
              <a:latin typeface="Futura Std Book" panose="020B0502020204020303" pitchFamily="34" charset="77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50A45C8-AE2C-B2B1-3583-82018E216B93}"/>
              </a:ext>
            </a:extLst>
          </p:cNvPr>
          <p:cNvSpPr/>
          <p:nvPr userDrawn="1"/>
        </p:nvSpPr>
        <p:spPr>
          <a:xfrm>
            <a:off x="0" y="6808753"/>
            <a:ext cx="12192000" cy="58448"/>
          </a:xfrm>
          <a:prstGeom prst="rect">
            <a:avLst/>
          </a:prstGeom>
          <a:solidFill>
            <a:srgbClr val="001F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56D94E2-512A-AD22-0A31-C4665745EAA6}"/>
              </a:ext>
            </a:extLst>
          </p:cNvPr>
          <p:cNvSpPr/>
          <p:nvPr userDrawn="1"/>
        </p:nvSpPr>
        <p:spPr>
          <a:xfrm>
            <a:off x="0" y="0"/>
            <a:ext cx="12192000" cy="14294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17893A8F-993A-A229-99A3-A67FD42E46B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973498" y="192049"/>
            <a:ext cx="1964463" cy="60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8492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B68E9E60-CDA9-0AAB-9055-ACA74CCD9AC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3E8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b="0" i="0">
              <a:latin typeface="Futura Std Book" panose="020B0502020204020303" pitchFamily="34" charset="0"/>
            </a:endParaRPr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FA8A407E-1047-891D-920F-284D15566A5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39708" y="0"/>
            <a:ext cx="9052292" cy="6857999"/>
          </a:xfrm>
          <a:custGeom>
            <a:avLst/>
            <a:gdLst>
              <a:gd name="connsiteX0" fmla="*/ 0 w 7794171"/>
              <a:gd name="connsiteY0" fmla="*/ 0 h 6858000"/>
              <a:gd name="connsiteX1" fmla="*/ 7794171 w 7794171"/>
              <a:gd name="connsiteY1" fmla="*/ 0 h 6858000"/>
              <a:gd name="connsiteX2" fmla="*/ 7794171 w 7794171"/>
              <a:gd name="connsiteY2" fmla="*/ 6858000 h 6858000"/>
              <a:gd name="connsiteX3" fmla="*/ 0 w 779417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94171" h="6858000">
                <a:moveTo>
                  <a:pt x="0" y="0"/>
                </a:moveTo>
                <a:lnTo>
                  <a:pt x="7794171" y="0"/>
                </a:lnTo>
                <a:lnTo>
                  <a:pt x="7794171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 b="0" i="0">
                <a:latin typeface="Futura Std Book" panose="020B0502020204020303" pitchFamily="34" charset="0"/>
              </a:defRPr>
            </a:lvl1pPr>
          </a:lstStyle>
          <a:p>
            <a:endParaRPr lang="es-ES_tradnl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369B0BDD-F640-3723-1F28-BCB4C1E2E90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973498" y="192049"/>
            <a:ext cx="1964463" cy="60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06768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B68E9E60-CDA9-0AAB-9055-ACA74CCD9AC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ED9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b="0" i="0">
              <a:latin typeface="Futura Std Book" panose="020B0502020204020303" pitchFamily="34" charset="0"/>
            </a:endParaRPr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FA8A407E-1047-891D-920F-284D15566A5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39708" y="0"/>
            <a:ext cx="9052292" cy="6857999"/>
          </a:xfrm>
          <a:custGeom>
            <a:avLst/>
            <a:gdLst>
              <a:gd name="connsiteX0" fmla="*/ 0 w 7794171"/>
              <a:gd name="connsiteY0" fmla="*/ 0 h 6858000"/>
              <a:gd name="connsiteX1" fmla="*/ 7794171 w 7794171"/>
              <a:gd name="connsiteY1" fmla="*/ 0 h 6858000"/>
              <a:gd name="connsiteX2" fmla="*/ 7794171 w 7794171"/>
              <a:gd name="connsiteY2" fmla="*/ 6858000 h 6858000"/>
              <a:gd name="connsiteX3" fmla="*/ 0 w 779417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94171" h="6858000">
                <a:moveTo>
                  <a:pt x="0" y="0"/>
                </a:moveTo>
                <a:lnTo>
                  <a:pt x="7794171" y="0"/>
                </a:lnTo>
                <a:lnTo>
                  <a:pt x="7794171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 b="0" i="0">
                <a:latin typeface="Futura Std Book" panose="020B0502020204020303" pitchFamily="34" charset="0"/>
              </a:defRPr>
            </a:lvl1pPr>
          </a:lstStyle>
          <a:p>
            <a:endParaRPr lang="es-ES_tradnl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3E789967-9E6D-692B-899F-5AE510DA29B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973498" y="192049"/>
            <a:ext cx="1964463" cy="60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79789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B68E9E60-CDA9-0AAB-9055-ACA74CCD9AC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E5C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b="0" i="0">
              <a:latin typeface="Futura Std Book" panose="020B0502020204020303" pitchFamily="34" charset="0"/>
            </a:endParaRPr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FA8A407E-1047-891D-920F-284D15566A5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39708" y="0"/>
            <a:ext cx="9052292" cy="6857999"/>
          </a:xfrm>
          <a:custGeom>
            <a:avLst/>
            <a:gdLst>
              <a:gd name="connsiteX0" fmla="*/ 0 w 7794171"/>
              <a:gd name="connsiteY0" fmla="*/ 0 h 6858000"/>
              <a:gd name="connsiteX1" fmla="*/ 7794171 w 7794171"/>
              <a:gd name="connsiteY1" fmla="*/ 0 h 6858000"/>
              <a:gd name="connsiteX2" fmla="*/ 7794171 w 7794171"/>
              <a:gd name="connsiteY2" fmla="*/ 6858000 h 6858000"/>
              <a:gd name="connsiteX3" fmla="*/ 0 w 779417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94171" h="6858000">
                <a:moveTo>
                  <a:pt x="0" y="0"/>
                </a:moveTo>
                <a:lnTo>
                  <a:pt x="7794171" y="0"/>
                </a:lnTo>
                <a:lnTo>
                  <a:pt x="7794171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 b="0" i="0">
                <a:latin typeface="Futura Std Book" panose="020B0502020204020303" pitchFamily="34" charset="0"/>
              </a:defRPr>
            </a:lvl1pPr>
          </a:lstStyle>
          <a:p>
            <a:endParaRPr lang="es-ES_tradnl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2DA45FD2-F2C6-0CB1-F307-9833E264D5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973498" y="192049"/>
            <a:ext cx="1964463" cy="60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2159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B68E9E60-CDA9-0AAB-9055-ACA74CCD9AC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0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b="0" i="0">
              <a:latin typeface="Futura Std Book" panose="020B0502020204020303" pitchFamily="34" charset="0"/>
            </a:endParaRPr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FA8A407E-1047-891D-920F-284D15566A5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39708" y="0"/>
            <a:ext cx="9052292" cy="6857999"/>
          </a:xfrm>
          <a:custGeom>
            <a:avLst/>
            <a:gdLst>
              <a:gd name="connsiteX0" fmla="*/ 0 w 7794171"/>
              <a:gd name="connsiteY0" fmla="*/ 0 h 6858000"/>
              <a:gd name="connsiteX1" fmla="*/ 7794171 w 7794171"/>
              <a:gd name="connsiteY1" fmla="*/ 0 h 6858000"/>
              <a:gd name="connsiteX2" fmla="*/ 7794171 w 7794171"/>
              <a:gd name="connsiteY2" fmla="*/ 6858000 h 6858000"/>
              <a:gd name="connsiteX3" fmla="*/ 0 w 779417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94171" h="6858000">
                <a:moveTo>
                  <a:pt x="0" y="0"/>
                </a:moveTo>
                <a:lnTo>
                  <a:pt x="7794171" y="0"/>
                </a:lnTo>
                <a:lnTo>
                  <a:pt x="7794171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 b="0" i="0">
                <a:latin typeface="Futura Std Book" panose="020B0502020204020303" pitchFamily="34" charset="0"/>
              </a:defRPr>
            </a:lvl1pPr>
          </a:lstStyle>
          <a:p>
            <a:endParaRPr lang="es-ES_tradnl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7B0CBB74-AA5E-4BAD-E19C-4990E945949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973498" y="192049"/>
            <a:ext cx="1964463" cy="60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58750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B68E9E60-CDA9-0AAB-9055-ACA74CCD9AC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FEC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b="0" i="0">
              <a:latin typeface="Futura Std Book" panose="020B0502020204020303" pitchFamily="34" charset="0"/>
            </a:endParaRPr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FA8A407E-1047-891D-920F-284D15566A5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39708" y="0"/>
            <a:ext cx="9052292" cy="6857999"/>
          </a:xfrm>
          <a:custGeom>
            <a:avLst/>
            <a:gdLst>
              <a:gd name="connsiteX0" fmla="*/ 0 w 7794171"/>
              <a:gd name="connsiteY0" fmla="*/ 0 h 6858000"/>
              <a:gd name="connsiteX1" fmla="*/ 7794171 w 7794171"/>
              <a:gd name="connsiteY1" fmla="*/ 0 h 6858000"/>
              <a:gd name="connsiteX2" fmla="*/ 7794171 w 7794171"/>
              <a:gd name="connsiteY2" fmla="*/ 6858000 h 6858000"/>
              <a:gd name="connsiteX3" fmla="*/ 0 w 779417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94171" h="6858000">
                <a:moveTo>
                  <a:pt x="0" y="0"/>
                </a:moveTo>
                <a:lnTo>
                  <a:pt x="7794171" y="0"/>
                </a:lnTo>
                <a:lnTo>
                  <a:pt x="7794171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 b="0" i="0">
                <a:latin typeface="Futura Std Book" panose="020B0502020204020303" pitchFamily="34" charset="0"/>
              </a:defRPr>
            </a:lvl1pPr>
          </a:lstStyle>
          <a:p>
            <a:endParaRPr lang="es-ES_tradnl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BA3CF5B4-9ED2-2701-437E-4FDE4CB7DC8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973498" y="192049"/>
            <a:ext cx="1964463" cy="60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96481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1">
            <a:extLst>
              <a:ext uri="{FF2B5EF4-FFF2-40B4-BE49-F238E27FC236}">
                <a16:creationId xmlns:a16="http://schemas.microsoft.com/office/drawing/2014/main" id="{1D64E781-548B-1A1A-F6D7-E6A86B63687D}"/>
              </a:ext>
            </a:extLst>
          </p:cNvPr>
          <p:cNvSpPr/>
          <p:nvPr userDrawn="1"/>
        </p:nvSpPr>
        <p:spPr>
          <a:xfrm>
            <a:off x="0" y="1"/>
            <a:ext cx="12192000" cy="68734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rgbClr val="002060"/>
              </a:solidFill>
              <a:latin typeface="Futura Std Book" panose="020B0502020204020303" pitchFamily="34" charset="77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50A45C8-AE2C-B2B1-3583-82018E216B93}"/>
              </a:ext>
            </a:extLst>
          </p:cNvPr>
          <p:cNvSpPr/>
          <p:nvPr userDrawn="1"/>
        </p:nvSpPr>
        <p:spPr>
          <a:xfrm>
            <a:off x="0" y="6808753"/>
            <a:ext cx="12192000" cy="58448"/>
          </a:xfrm>
          <a:prstGeom prst="rect">
            <a:avLst/>
          </a:prstGeom>
          <a:solidFill>
            <a:srgbClr val="001F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56D94E2-512A-AD22-0A31-C4665745EAA6}"/>
              </a:ext>
            </a:extLst>
          </p:cNvPr>
          <p:cNvSpPr/>
          <p:nvPr userDrawn="1"/>
        </p:nvSpPr>
        <p:spPr>
          <a:xfrm>
            <a:off x="0" y="0"/>
            <a:ext cx="12192000" cy="14294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17893A8F-993A-A229-99A3-A67FD42E46B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973498" y="192049"/>
            <a:ext cx="1964463" cy="60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99649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1">
            <a:extLst>
              <a:ext uri="{FF2B5EF4-FFF2-40B4-BE49-F238E27FC236}">
                <a16:creationId xmlns:a16="http://schemas.microsoft.com/office/drawing/2014/main" id="{1D64E781-548B-1A1A-F6D7-E6A86B63687D}"/>
              </a:ext>
            </a:extLst>
          </p:cNvPr>
          <p:cNvSpPr/>
          <p:nvPr userDrawn="1"/>
        </p:nvSpPr>
        <p:spPr>
          <a:xfrm>
            <a:off x="0" y="1"/>
            <a:ext cx="12192000" cy="68734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rgbClr val="002060"/>
              </a:solidFill>
              <a:latin typeface="Futura Std Book" panose="020B0502020204020303" pitchFamily="34" charset="77"/>
            </a:endParaRP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49A24235-853C-7011-A85A-CA4BB5A608F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973498" y="192049"/>
            <a:ext cx="1964463" cy="609474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450A45C8-AE2C-B2B1-3583-82018E216B93}"/>
              </a:ext>
            </a:extLst>
          </p:cNvPr>
          <p:cNvSpPr/>
          <p:nvPr userDrawn="1"/>
        </p:nvSpPr>
        <p:spPr>
          <a:xfrm>
            <a:off x="0" y="6808753"/>
            <a:ext cx="12192000" cy="58448"/>
          </a:xfrm>
          <a:prstGeom prst="rect">
            <a:avLst/>
          </a:prstGeom>
          <a:solidFill>
            <a:srgbClr val="001F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373129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1">
            <a:extLst>
              <a:ext uri="{FF2B5EF4-FFF2-40B4-BE49-F238E27FC236}">
                <a16:creationId xmlns:a16="http://schemas.microsoft.com/office/drawing/2014/main" id="{1D64E781-548B-1A1A-F6D7-E6A86B63687D}"/>
              </a:ext>
            </a:extLst>
          </p:cNvPr>
          <p:cNvSpPr/>
          <p:nvPr userDrawn="1"/>
        </p:nvSpPr>
        <p:spPr>
          <a:xfrm>
            <a:off x="0" y="1"/>
            <a:ext cx="12192000" cy="6873497"/>
          </a:xfrm>
          <a:prstGeom prst="rect">
            <a:avLst/>
          </a:prstGeom>
          <a:solidFill>
            <a:srgbClr val="E3E8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rgbClr val="002060"/>
              </a:solidFill>
              <a:latin typeface="Futura Std Book" panose="020B0502020204020303" pitchFamily="34" charset="77"/>
            </a:endParaRPr>
          </a:p>
        </p:txBody>
      </p:sp>
      <p:sp>
        <p:nvSpPr>
          <p:cNvPr id="4" name="Redondear rectángulo de una esquina 6">
            <a:extLst>
              <a:ext uri="{FF2B5EF4-FFF2-40B4-BE49-F238E27FC236}">
                <a16:creationId xmlns:a16="http://schemas.microsoft.com/office/drawing/2014/main" id="{0BC2C429-7B1E-2214-106D-07FF2DA83CF0}"/>
              </a:ext>
            </a:extLst>
          </p:cNvPr>
          <p:cNvSpPr/>
          <p:nvPr userDrawn="1"/>
        </p:nvSpPr>
        <p:spPr>
          <a:xfrm>
            <a:off x="0" y="1176163"/>
            <a:ext cx="12192000" cy="5681836"/>
          </a:xfrm>
          <a:prstGeom prst="round1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625276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1">
            <a:extLst>
              <a:ext uri="{FF2B5EF4-FFF2-40B4-BE49-F238E27FC236}">
                <a16:creationId xmlns:a16="http://schemas.microsoft.com/office/drawing/2014/main" id="{1D64E781-548B-1A1A-F6D7-E6A86B63687D}"/>
              </a:ext>
            </a:extLst>
          </p:cNvPr>
          <p:cNvSpPr/>
          <p:nvPr userDrawn="1"/>
        </p:nvSpPr>
        <p:spPr>
          <a:xfrm>
            <a:off x="0" y="1"/>
            <a:ext cx="12192000" cy="6873497"/>
          </a:xfrm>
          <a:prstGeom prst="rect">
            <a:avLst/>
          </a:prstGeom>
          <a:solidFill>
            <a:srgbClr val="E3E8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rgbClr val="002060"/>
              </a:solidFill>
              <a:latin typeface="Futura Std Book" panose="020B0502020204020303" pitchFamily="34" charset="77"/>
            </a:endParaRPr>
          </a:p>
        </p:txBody>
      </p:sp>
      <p:sp>
        <p:nvSpPr>
          <p:cNvPr id="4" name="Redondear rectángulo de una esquina 6">
            <a:extLst>
              <a:ext uri="{FF2B5EF4-FFF2-40B4-BE49-F238E27FC236}">
                <a16:creationId xmlns:a16="http://schemas.microsoft.com/office/drawing/2014/main" id="{0BC2C429-7B1E-2214-106D-07FF2DA83CF0}"/>
              </a:ext>
            </a:extLst>
          </p:cNvPr>
          <p:cNvSpPr/>
          <p:nvPr userDrawn="1"/>
        </p:nvSpPr>
        <p:spPr>
          <a:xfrm>
            <a:off x="0" y="1176163"/>
            <a:ext cx="12192000" cy="5681836"/>
          </a:xfrm>
          <a:prstGeom prst="round1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80D0AE4F-57DC-617B-6C28-D6979711E47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973498" y="192049"/>
            <a:ext cx="1964463" cy="60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99185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1">
            <a:extLst>
              <a:ext uri="{FF2B5EF4-FFF2-40B4-BE49-F238E27FC236}">
                <a16:creationId xmlns:a16="http://schemas.microsoft.com/office/drawing/2014/main" id="{1D64E781-548B-1A1A-F6D7-E6A86B63687D}"/>
              </a:ext>
            </a:extLst>
          </p:cNvPr>
          <p:cNvSpPr/>
          <p:nvPr userDrawn="1"/>
        </p:nvSpPr>
        <p:spPr>
          <a:xfrm>
            <a:off x="0" y="1"/>
            <a:ext cx="12192000" cy="6873497"/>
          </a:xfrm>
          <a:prstGeom prst="rect">
            <a:avLst/>
          </a:prstGeom>
          <a:solidFill>
            <a:srgbClr val="E3E8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rgbClr val="002060"/>
              </a:solidFill>
              <a:latin typeface="Futura Std Book" panose="020B0502020204020303" pitchFamily="34" charset="77"/>
            </a:endParaRP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49A24235-853C-7011-A85A-CA4BB5A608F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973498" y="192049"/>
            <a:ext cx="1964463" cy="609474"/>
          </a:xfrm>
          <a:prstGeom prst="rect">
            <a:avLst/>
          </a:prstGeom>
        </p:spPr>
      </p:pic>
      <p:sp>
        <p:nvSpPr>
          <p:cNvPr id="3" name="Redondear rectángulo de una esquina 6">
            <a:extLst>
              <a:ext uri="{FF2B5EF4-FFF2-40B4-BE49-F238E27FC236}">
                <a16:creationId xmlns:a16="http://schemas.microsoft.com/office/drawing/2014/main" id="{DB3B5A75-3955-0FA9-A6FF-94978E7AA844}"/>
              </a:ext>
            </a:extLst>
          </p:cNvPr>
          <p:cNvSpPr/>
          <p:nvPr userDrawn="1"/>
        </p:nvSpPr>
        <p:spPr>
          <a:xfrm>
            <a:off x="0" y="1433314"/>
            <a:ext cx="12192000" cy="5440184"/>
          </a:xfrm>
          <a:prstGeom prst="round1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64904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1">
            <a:extLst>
              <a:ext uri="{FF2B5EF4-FFF2-40B4-BE49-F238E27FC236}">
                <a16:creationId xmlns:a16="http://schemas.microsoft.com/office/drawing/2014/main" id="{1D64E781-548B-1A1A-F6D7-E6A86B63687D}"/>
              </a:ext>
            </a:extLst>
          </p:cNvPr>
          <p:cNvSpPr/>
          <p:nvPr userDrawn="1"/>
        </p:nvSpPr>
        <p:spPr>
          <a:xfrm>
            <a:off x="0" y="1"/>
            <a:ext cx="12192000" cy="6873497"/>
          </a:xfrm>
          <a:prstGeom prst="rect">
            <a:avLst/>
          </a:prstGeom>
          <a:solidFill>
            <a:srgbClr val="E3E8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rgbClr val="002060"/>
              </a:solidFill>
              <a:latin typeface="Futura Std Book" panose="020B0502020204020303" pitchFamily="34" charset="77"/>
            </a:endParaRPr>
          </a:p>
        </p:txBody>
      </p:sp>
      <p:sp>
        <p:nvSpPr>
          <p:cNvPr id="3" name="Redondear rectángulo de una esquina 6">
            <a:extLst>
              <a:ext uri="{FF2B5EF4-FFF2-40B4-BE49-F238E27FC236}">
                <a16:creationId xmlns:a16="http://schemas.microsoft.com/office/drawing/2014/main" id="{DB3B5A75-3955-0FA9-A6FF-94978E7AA844}"/>
              </a:ext>
            </a:extLst>
          </p:cNvPr>
          <p:cNvSpPr/>
          <p:nvPr userDrawn="1"/>
        </p:nvSpPr>
        <p:spPr>
          <a:xfrm>
            <a:off x="0" y="1433314"/>
            <a:ext cx="12192000" cy="5440184"/>
          </a:xfrm>
          <a:prstGeom prst="round1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896975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1">
            <a:extLst>
              <a:ext uri="{FF2B5EF4-FFF2-40B4-BE49-F238E27FC236}">
                <a16:creationId xmlns:a16="http://schemas.microsoft.com/office/drawing/2014/main" id="{1D64E781-548B-1A1A-F6D7-E6A86B63687D}"/>
              </a:ext>
            </a:extLst>
          </p:cNvPr>
          <p:cNvSpPr/>
          <p:nvPr userDrawn="1"/>
        </p:nvSpPr>
        <p:spPr>
          <a:xfrm>
            <a:off x="0" y="1"/>
            <a:ext cx="12192000" cy="6873497"/>
          </a:xfrm>
          <a:prstGeom prst="rect">
            <a:avLst/>
          </a:prstGeom>
          <a:solidFill>
            <a:srgbClr val="CED9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rgbClr val="002060"/>
              </a:solidFill>
              <a:latin typeface="Futura Std Book" panose="020B0502020204020303" pitchFamily="34" charset="77"/>
            </a:endParaRP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69C0486A-651C-2D58-F719-D8165245A51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973498" y="192049"/>
            <a:ext cx="1964463" cy="60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548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1">
            <a:extLst>
              <a:ext uri="{FF2B5EF4-FFF2-40B4-BE49-F238E27FC236}">
                <a16:creationId xmlns:a16="http://schemas.microsoft.com/office/drawing/2014/main" id="{1D64E781-548B-1A1A-F6D7-E6A86B63687D}"/>
              </a:ext>
            </a:extLst>
          </p:cNvPr>
          <p:cNvSpPr/>
          <p:nvPr userDrawn="1"/>
        </p:nvSpPr>
        <p:spPr>
          <a:xfrm>
            <a:off x="0" y="1"/>
            <a:ext cx="12192000" cy="6873497"/>
          </a:xfrm>
          <a:prstGeom prst="rect">
            <a:avLst/>
          </a:prstGeom>
          <a:solidFill>
            <a:srgbClr val="CED9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rgbClr val="002060"/>
              </a:solidFill>
              <a:latin typeface="Futura Std Book" panose="020B05020202040203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6722289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1">
            <a:extLst>
              <a:ext uri="{FF2B5EF4-FFF2-40B4-BE49-F238E27FC236}">
                <a16:creationId xmlns:a16="http://schemas.microsoft.com/office/drawing/2014/main" id="{1D64E781-548B-1A1A-F6D7-E6A86B63687D}"/>
              </a:ext>
            </a:extLst>
          </p:cNvPr>
          <p:cNvSpPr/>
          <p:nvPr userDrawn="1"/>
        </p:nvSpPr>
        <p:spPr>
          <a:xfrm>
            <a:off x="0" y="1"/>
            <a:ext cx="12192000" cy="6873497"/>
          </a:xfrm>
          <a:prstGeom prst="rect">
            <a:avLst/>
          </a:prstGeom>
          <a:solidFill>
            <a:srgbClr val="FFE5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rgbClr val="002060"/>
              </a:solidFill>
              <a:latin typeface="Futura Std Book" panose="020B0502020204020303" pitchFamily="34" charset="77"/>
            </a:endParaRP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EDFC89D5-6A42-42AF-CFB6-B7AB7B5566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973498" y="192049"/>
            <a:ext cx="1964463" cy="60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71410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B65128F-73E9-4DC2-2BC8-9F27CED39FC9}"/>
              </a:ext>
            </a:extLst>
          </p:cNvPr>
          <p:cNvSpPr/>
          <p:nvPr userDrawn="1"/>
        </p:nvSpPr>
        <p:spPr>
          <a:xfrm>
            <a:off x="0" y="1185608"/>
            <a:ext cx="12192000" cy="5672392"/>
          </a:xfrm>
          <a:prstGeom prst="rect">
            <a:avLst/>
          </a:prstGeom>
          <a:solidFill>
            <a:srgbClr val="E3E8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0865005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774797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rtini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B7C6097C-19F9-B596-7258-4BFDE718414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761874" cy="6858000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2900960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tini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B7C6097C-19F9-B596-7258-4BFDE718414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138184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rtini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8">
            <a:extLst>
              <a:ext uri="{FF2B5EF4-FFF2-40B4-BE49-F238E27FC236}">
                <a16:creationId xmlns:a16="http://schemas.microsoft.com/office/drawing/2014/main" id="{B7D0C77F-1C08-1F63-167F-1B9106216B6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850426" y="0"/>
            <a:ext cx="7341574" cy="4579121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8D30400-CF69-6751-9294-E2B791DD4048}"/>
              </a:ext>
            </a:extLst>
          </p:cNvPr>
          <p:cNvSpPr/>
          <p:nvPr userDrawn="1"/>
        </p:nvSpPr>
        <p:spPr>
          <a:xfrm flipH="1">
            <a:off x="0" y="0"/>
            <a:ext cx="484230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425744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B65128F-73E9-4DC2-2BC8-9F27CED39FC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FEC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pc="30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BEA10F7-35C2-1C1C-FF79-C93D02A9BD93}"/>
              </a:ext>
            </a:extLst>
          </p:cNvPr>
          <p:cNvSpPr txBox="1"/>
          <p:nvPr userDrawn="1"/>
        </p:nvSpPr>
        <p:spPr>
          <a:xfrm rot="16200000">
            <a:off x="10971907" y="3336667"/>
            <a:ext cx="2255520" cy="184666"/>
          </a:xfrm>
          <a:prstGeom prst="rect">
            <a:avLst/>
          </a:prstGeom>
          <a:solidFill>
            <a:srgbClr val="001F7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_tradnl" sz="600" b="1" spc="300">
                <a:solidFill>
                  <a:schemeClr val="bg2"/>
                </a:solidFill>
                <a:latin typeface="Futura Std Book" panose="020B0502020204020303" pitchFamily="34" charset="77"/>
                <a:cs typeface="Arial" panose="020B0604020202020204" pitchFamily="34" charset="0"/>
              </a:rPr>
              <a:t> JUNTA ASESORA 318</a:t>
            </a: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90B521C1-3761-C862-32FB-1265F8EB1C4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973498" y="192049"/>
            <a:ext cx="1964463" cy="60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12566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rtini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4EE3A789-B257-5E02-1C94-307C7DE7D87A}"/>
              </a:ext>
            </a:extLst>
          </p:cNvPr>
          <p:cNvSpPr/>
          <p:nvPr userDrawn="1"/>
        </p:nvSpPr>
        <p:spPr>
          <a:xfrm>
            <a:off x="0" y="3175818"/>
            <a:ext cx="12192000" cy="3682181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B7C6097C-19F9-B596-7258-4BFDE718414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4297" y="219456"/>
            <a:ext cx="4540488" cy="6240803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4BEF0B8-7A42-D2AF-78CE-6143F80C83CA}"/>
              </a:ext>
            </a:extLst>
          </p:cNvPr>
          <p:cNvSpPr txBox="1"/>
          <p:nvPr userDrawn="1"/>
        </p:nvSpPr>
        <p:spPr>
          <a:xfrm>
            <a:off x="5291329" y="2960375"/>
            <a:ext cx="36224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 spc="100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JUNTA ASESORA 318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931B67AB-4B12-041F-970F-A0093EA05B4F}"/>
              </a:ext>
            </a:extLst>
          </p:cNvPr>
          <p:cNvSpPr/>
          <p:nvPr userDrawn="1"/>
        </p:nvSpPr>
        <p:spPr>
          <a:xfrm>
            <a:off x="0" y="6808753"/>
            <a:ext cx="12192000" cy="58448"/>
          </a:xfrm>
          <a:prstGeom prst="rect">
            <a:avLst/>
          </a:prstGeom>
          <a:solidFill>
            <a:srgbClr val="0000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B9A6741-3399-AF32-8D24-BDFD72A678B1}"/>
              </a:ext>
            </a:extLst>
          </p:cNvPr>
          <p:cNvSpPr/>
          <p:nvPr userDrawn="1"/>
        </p:nvSpPr>
        <p:spPr>
          <a:xfrm>
            <a:off x="0" y="6808753"/>
            <a:ext cx="12192000" cy="58448"/>
          </a:xfrm>
          <a:prstGeom prst="rect">
            <a:avLst/>
          </a:prstGeom>
          <a:solidFill>
            <a:srgbClr val="0000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287783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B65128F-73E9-4DC2-2BC8-9F27CED39FC9}"/>
              </a:ext>
            </a:extLst>
          </p:cNvPr>
          <p:cNvSpPr/>
          <p:nvPr userDrawn="1"/>
        </p:nvSpPr>
        <p:spPr>
          <a:xfrm>
            <a:off x="0" y="1480934"/>
            <a:ext cx="12192000" cy="5377066"/>
          </a:xfrm>
          <a:prstGeom prst="rect">
            <a:avLst/>
          </a:prstGeom>
          <a:solidFill>
            <a:srgbClr val="CED9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31DE7F8-8CAD-8A54-2074-F904D393CE24}"/>
              </a:ext>
            </a:extLst>
          </p:cNvPr>
          <p:cNvSpPr/>
          <p:nvPr userDrawn="1"/>
        </p:nvSpPr>
        <p:spPr>
          <a:xfrm>
            <a:off x="0" y="6808753"/>
            <a:ext cx="12192000" cy="58448"/>
          </a:xfrm>
          <a:prstGeom prst="rect">
            <a:avLst/>
          </a:prstGeom>
          <a:solidFill>
            <a:srgbClr val="001F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4A47677-F225-308E-A55B-C0A0E2778D1A}"/>
              </a:ext>
            </a:extLst>
          </p:cNvPr>
          <p:cNvSpPr txBox="1"/>
          <p:nvPr userDrawn="1"/>
        </p:nvSpPr>
        <p:spPr>
          <a:xfrm>
            <a:off x="271090" y="6388369"/>
            <a:ext cx="36224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 spc="100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JUNTA ASESORA 318</a:t>
            </a:r>
          </a:p>
        </p:txBody>
      </p:sp>
    </p:spTree>
    <p:extLst>
      <p:ext uri="{BB962C8B-B14F-4D97-AF65-F5344CB8AC3E}">
        <p14:creationId xmlns:p14="http://schemas.microsoft.com/office/powerpoint/2010/main" val="38142929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B65128F-73E9-4DC2-2BC8-9F27CED39FC9}"/>
              </a:ext>
            </a:extLst>
          </p:cNvPr>
          <p:cNvSpPr/>
          <p:nvPr userDrawn="1"/>
        </p:nvSpPr>
        <p:spPr>
          <a:xfrm>
            <a:off x="0" y="1480934"/>
            <a:ext cx="12192000" cy="53770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31DE7F8-8CAD-8A54-2074-F904D393CE24}"/>
              </a:ext>
            </a:extLst>
          </p:cNvPr>
          <p:cNvSpPr/>
          <p:nvPr userDrawn="1"/>
        </p:nvSpPr>
        <p:spPr>
          <a:xfrm>
            <a:off x="0" y="6808753"/>
            <a:ext cx="12192000" cy="58448"/>
          </a:xfrm>
          <a:prstGeom prst="rect">
            <a:avLst/>
          </a:prstGeom>
          <a:solidFill>
            <a:srgbClr val="001F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4A47677-F225-308E-A55B-C0A0E2778D1A}"/>
              </a:ext>
            </a:extLst>
          </p:cNvPr>
          <p:cNvSpPr txBox="1"/>
          <p:nvPr userDrawn="1"/>
        </p:nvSpPr>
        <p:spPr>
          <a:xfrm>
            <a:off x="271090" y="6388369"/>
            <a:ext cx="36224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 spc="100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JUNTA ASESORA 318</a:t>
            </a:r>
          </a:p>
        </p:txBody>
      </p:sp>
    </p:spTree>
    <p:extLst>
      <p:ext uri="{BB962C8B-B14F-4D97-AF65-F5344CB8AC3E}">
        <p14:creationId xmlns:p14="http://schemas.microsoft.com/office/powerpoint/2010/main" val="200732599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B65128F-73E9-4DC2-2BC8-9F27CED39FC9}"/>
              </a:ext>
            </a:extLst>
          </p:cNvPr>
          <p:cNvSpPr/>
          <p:nvPr userDrawn="1"/>
        </p:nvSpPr>
        <p:spPr>
          <a:xfrm>
            <a:off x="0" y="1480934"/>
            <a:ext cx="12192000" cy="53770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43C0351E-D3FF-BFB2-8E85-1415F526AD39}"/>
              </a:ext>
            </a:extLst>
          </p:cNvPr>
          <p:cNvSpPr/>
          <p:nvPr userDrawn="1"/>
        </p:nvSpPr>
        <p:spPr>
          <a:xfrm>
            <a:off x="0" y="6808753"/>
            <a:ext cx="12192000" cy="58448"/>
          </a:xfrm>
          <a:prstGeom prst="rect">
            <a:avLst/>
          </a:prstGeom>
          <a:solidFill>
            <a:srgbClr val="001F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3A6525A-17C2-A430-8875-25E9AB7D1B3B}"/>
              </a:ext>
            </a:extLst>
          </p:cNvPr>
          <p:cNvSpPr txBox="1"/>
          <p:nvPr userDrawn="1"/>
        </p:nvSpPr>
        <p:spPr>
          <a:xfrm>
            <a:off x="271090" y="6388369"/>
            <a:ext cx="36224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 spc="100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JUNTA ASESORA 318</a:t>
            </a:r>
          </a:p>
        </p:txBody>
      </p:sp>
    </p:spTree>
    <p:extLst>
      <p:ext uri="{BB962C8B-B14F-4D97-AF65-F5344CB8AC3E}">
        <p14:creationId xmlns:p14="http://schemas.microsoft.com/office/powerpoint/2010/main" val="205277962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B65128F-73E9-4DC2-2BC8-9F27CED39FC9}"/>
              </a:ext>
            </a:extLst>
          </p:cNvPr>
          <p:cNvSpPr/>
          <p:nvPr userDrawn="1"/>
        </p:nvSpPr>
        <p:spPr>
          <a:xfrm>
            <a:off x="0" y="1185608"/>
            <a:ext cx="12192000" cy="56723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47DDCA9-4DDB-53AE-9948-9E19769FEA8C}"/>
              </a:ext>
            </a:extLst>
          </p:cNvPr>
          <p:cNvSpPr/>
          <p:nvPr userDrawn="1"/>
        </p:nvSpPr>
        <p:spPr>
          <a:xfrm>
            <a:off x="0" y="6808753"/>
            <a:ext cx="12192000" cy="58448"/>
          </a:xfrm>
          <a:prstGeom prst="rect">
            <a:avLst/>
          </a:prstGeom>
          <a:solidFill>
            <a:srgbClr val="001F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08106858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B65128F-73E9-4DC2-2BC8-9F27CED39FC9}"/>
              </a:ext>
            </a:extLst>
          </p:cNvPr>
          <p:cNvSpPr/>
          <p:nvPr userDrawn="1"/>
        </p:nvSpPr>
        <p:spPr>
          <a:xfrm>
            <a:off x="0" y="1185608"/>
            <a:ext cx="12192000" cy="56723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4" name="Marcador de posición de imagen 13">
            <a:extLst>
              <a:ext uri="{FF2B5EF4-FFF2-40B4-BE49-F238E27FC236}">
                <a16:creationId xmlns:a16="http://schemas.microsoft.com/office/drawing/2014/main" id="{4ABCACF9-6EAC-9D3E-2960-B315B5DAB71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98071" y="2014538"/>
            <a:ext cx="1581150" cy="1892300"/>
          </a:xfrm>
          <a:prstGeom prst="rect">
            <a:avLst/>
          </a:prstGeom>
        </p:spPr>
        <p:txBody>
          <a:bodyPr/>
          <a:lstStyle/>
          <a:p>
            <a:endParaRPr lang="es-ES_tradnl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B16206D-F540-CDE5-8037-B9C677548A92}"/>
              </a:ext>
            </a:extLst>
          </p:cNvPr>
          <p:cNvSpPr/>
          <p:nvPr userDrawn="1"/>
        </p:nvSpPr>
        <p:spPr>
          <a:xfrm>
            <a:off x="0" y="6808753"/>
            <a:ext cx="12192000" cy="58448"/>
          </a:xfrm>
          <a:prstGeom prst="rect">
            <a:avLst/>
          </a:prstGeom>
          <a:solidFill>
            <a:srgbClr val="001F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7590925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3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9C603D41-5A76-510B-F0A9-53C01F1C0C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b="0" i="0">
              <a:latin typeface="Arial" panose="020B0604020202020204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898D4D6-5A89-3981-D302-4CAD90871AAD}"/>
              </a:ext>
            </a:extLst>
          </p:cNvPr>
          <p:cNvSpPr/>
          <p:nvPr userDrawn="1"/>
        </p:nvSpPr>
        <p:spPr>
          <a:xfrm flipV="1">
            <a:off x="0" y="1828796"/>
            <a:ext cx="12192000" cy="50292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28C7D6D-2036-A163-4FF0-75E39EF63612}"/>
              </a:ext>
            </a:extLst>
          </p:cNvPr>
          <p:cNvSpPr/>
          <p:nvPr userDrawn="1"/>
        </p:nvSpPr>
        <p:spPr>
          <a:xfrm>
            <a:off x="0" y="6808753"/>
            <a:ext cx="12192000" cy="58448"/>
          </a:xfrm>
          <a:prstGeom prst="rect">
            <a:avLst/>
          </a:prstGeom>
          <a:solidFill>
            <a:srgbClr val="001F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C2C1655-3913-B4AF-7540-940870A53D70}"/>
              </a:ext>
            </a:extLst>
          </p:cNvPr>
          <p:cNvSpPr txBox="1"/>
          <p:nvPr userDrawn="1"/>
        </p:nvSpPr>
        <p:spPr>
          <a:xfrm>
            <a:off x="271090" y="6388369"/>
            <a:ext cx="36224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 spc="100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JUNTA ASESORA 318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D46DF429-8D8F-1763-104B-86EFFB09315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54872" y="300668"/>
            <a:ext cx="1282917" cy="305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3250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4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9C603D41-5A76-510B-F0A9-53C01F1C0C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3E8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b="0" i="0">
              <a:latin typeface="Arial" panose="020B0604020202020204" pitchFamily="34" charset="0"/>
            </a:endParaRP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65263CBF-FB1E-88F1-6EAD-E47038324CA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973498" y="192049"/>
            <a:ext cx="1964463" cy="60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5163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9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9C603D41-5A76-510B-F0A9-53C01F1C0C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b="0" i="0">
              <a:latin typeface="Arial" panose="020B060402020202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F42F27F-9EAD-0402-89D2-398652725C91}"/>
              </a:ext>
            </a:extLst>
          </p:cNvPr>
          <p:cNvSpPr/>
          <p:nvPr userDrawn="1"/>
        </p:nvSpPr>
        <p:spPr>
          <a:xfrm>
            <a:off x="0" y="6808753"/>
            <a:ext cx="12192000" cy="58448"/>
          </a:xfrm>
          <a:prstGeom prst="rect">
            <a:avLst/>
          </a:prstGeom>
          <a:solidFill>
            <a:srgbClr val="001F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97596E66-611D-4552-8FC8-462656BF0CC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973498" y="192049"/>
            <a:ext cx="1964463" cy="60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5113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0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9C603D41-5A76-510B-F0A9-53C01F1C0C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b="0" i="0">
              <a:latin typeface="Arial" panose="020B060402020202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E2EE279-E323-02E2-FB6F-E9340386558B}"/>
              </a:ext>
            </a:extLst>
          </p:cNvPr>
          <p:cNvSpPr/>
          <p:nvPr userDrawn="1"/>
        </p:nvSpPr>
        <p:spPr>
          <a:xfrm>
            <a:off x="0" y="6808753"/>
            <a:ext cx="12192000" cy="58448"/>
          </a:xfrm>
          <a:prstGeom prst="rect">
            <a:avLst/>
          </a:prstGeom>
          <a:solidFill>
            <a:srgbClr val="001F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1292D84D-EBFE-90A4-D7F4-AB5918B4D4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973498" y="192049"/>
            <a:ext cx="1964463" cy="60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833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9C603D41-5A76-510B-F0A9-53C01F1C0C80}"/>
              </a:ext>
            </a:extLst>
          </p:cNvPr>
          <p:cNvSpPr/>
          <p:nvPr userDrawn="1"/>
        </p:nvSpPr>
        <p:spPr>
          <a:xfrm>
            <a:off x="0" y="1"/>
            <a:ext cx="12192000" cy="5715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b="0" i="0">
              <a:latin typeface="Arial" panose="020B0604020202020204" pitchFamily="34" charset="0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578FDB6-7DFE-2264-C045-B8D8D9123BC2}"/>
              </a:ext>
            </a:extLst>
          </p:cNvPr>
          <p:cNvSpPr/>
          <p:nvPr userDrawn="1"/>
        </p:nvSpPr>
        <p:spPr>
          <a:xfrm>
            <a:off x="0" y="6808753"/>
            <a:ext cx="12192000" cy="58448"/>
          </a:xfrm>
          <a:prstGeom prst="rect">
            <a:avLst/>
          </a:prstGeom>
          <a:solidFill>
            <a:srgbClr val="001F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27C3B9A-5FBC-09FD-CCA4-7CD713AB26A9}"/>
              </a:ext>
            </a:extLst>
          </p:cNvPr>
          <p:cNvSpPr txBox="1"/>
          <p:nvPr userDrawn="1"/>
        </p:nvSpPr>
        <p:spPr>
          <a:xfrm>
            <a:off x="271090" y="6388369"/>
            <a:ext cx="36224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 spc="100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JUNTA ASESORA 316</a:t>
            </a: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34853049-9B0F-0370-6DAF-D54B0E1BE8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973498" y="192049"/>
            <a:ext cx="1964463" cy="60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689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imagen 5">
            <a:extLst>
              <a:ext uri="{FF2B5EF4-FFF2-40B4-BE49-F238E27FC236}">
                <a16:creationId xmlns:a16="http://schemas.microsoft.com/office/drawing/2014/main" id="{35BBAFCD-9EE9-2130-576E-AFA8962D7A1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699250"/>
              <a:gd name="connsiteX1" fmla="*/ 6096000 w 6096000"/>
              <a:gd name="connsiteY1" fmla="*/ 0 h 6699250"/>
              <a:gd name="connsiteX2" fmla="*/ 6096000 w 6096000"/>
              <a:gd name="connsiteY2" fmla="*/ 6699250 h 6699250"/>
              <a:gd name="connsiteX3" fmla="*/ 0 w 6096000"/>
              <a:gd name="connsiteY3" fmla="*/ 6699250 h 669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699250">
                <a:moveTo>
                  <a:pt x="0" y="0"/>
                </a:moveTo>
                <a:lnTo>
                  <a:pt x="6096000" y="0"/>
                </a:lnTo>
                <a:lnTo>
                  <a:pt x="6096000" y="6699250"/>
                </a:lnTo>
                <a:lnTo>
                  <a:pt x="0" y="669925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1439784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886884E0-5666-242B-1E03-4837CFC3AA34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240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98258B0-8413-0C75-5807-68931C1381D4}"/>
              </a:ext>
            </a:extLst>
          </p:cNvPr>
          <p:cNvSpPr/>
          <p:nvPr userDrawn="1"/>
        </p:nvSpPr>
        <p:spPr>
          <a:xfrm>
            <a:off x="0" y="6808753"/>
            <a:ext cx="12192000" cy="58448"/>
          </a:xfrm>
          <a:prstGeom prst="rect">
            <a:avLst/>
          </a:prstGeom>
          <a:solidFill>
            <a:srgbClr val="001F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D03E339C-6DC0-8228-BCD5-DF928316C63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54872" y="300668"/>
            <a:ext cx="1282917" cy="305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66848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Diapositiva de título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orma libre 31">
            <a:extLst>
              <a:ext uri="{FF2B5EF4-FFF2-40B4-BE49-F238E27FC236}">
                <a16:creationId xmlns:a16="http://schemas.microsoft.com/office/drawing/2014/main" id="{37456C86-19F6-D36A-6B20-261420308D72}"/>
              </a:ext>
            </a:extLst>
          </p:cNvPr>
          <p:cNvSpPr txBox="1">
            <a:spLocks/>
          </p:cNvSpPr>
          <p:nvPr/>
        </p:nvSpPr>
        <p:spPr>
          <a:xfrm>
            <a:off x="3512427" y="953438"/>
            <a:ext cx="3243409" cy="4809193"/>
          </a:xfrm>
          <a:custGeom>
            <a:avLst/>
            <a:gdLst>
              <a:gd name="connsiteX0" fmla="*/ 1429915 w 3885684"/>
              <a:gd name="connsiteY0" fmla="*/ 0 h 5761531"/>
              <a:gd name="connsiteX1" fmla="*/ 3885684 w 3885684"/>
              <a:gd name="connsiteY1" fmla="*/ 0 h 5761531"/>
              <a:gd name="connsiteX2" fmla="*/ 3884593 w 3885684"/>
              <a:gd name="connsiteY2" fmla="*/ 4365 h 5761531"/>
              <a:gd name="connsiteX3" fmla="*/ 2050392 w 3885684"/>
              <a:gd name="connsiteY3" fmla="*/ 4365 h 5761531"/>
              <a:gd name="connsiteX4" fmla="*/ 2050392 w 3885684"/>
              <a:gd name="connsiteY4" fmla="*/ 5754516 h 5761531"/>
              <a:gd name="connsiteX5" fmla="*/ 0 w 3885684"/>
              <a:gd name="connsiteY5" fmla="*/ 5761531 h 5761531"/>
              <a:gd name="connsiteX6" fmla="*/ 1429915 w 3885684"/>
              <a:gd name="connsiteY6" fmla="*/ 0 h 5761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85684" h="5761531">
                <a:moveTo>
                  <a:pt x="1429915" y="0"/>
                </a:moveTo>
                <a:lnTo>
                  <a:pt x="3885684" y="0"/>
                </a:lnTo>
                <a:lnTo>
                  <a:pt x="3884593" y="4365"/>
                </a:lnTo>
                <a:lnTo>
                  <a:pt x="2050392" y="4365"/>
                </a:lnTo>
                <a:lnTo>
                  <a:pt x="2050392" y="5754516"/>
                </a:lnTo>
                <a:lnTo>
                  <a:pt x="0" y="5761531"/>
                </a:lnTo>
                <a:lnTo>
                  <a:pt x="1429915" y="0"/>
                </a:lnTo>
                <a:close/>
              </a:path>
            </a:pathLst>
          </a:custGeom>
        </p:spPr>
        <p:txBody>
          <a:bodyPr vert="horz" wrap="square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800188C-51E4-DE33-3979-B21A85DC5F84}"/>
              </a:ext>
            </a:extLst>
          </p:cNvPr>
          <p:cNvSpPr txBox="1"/>
          <p:nvPr userDrawn="1"/>
        </p:nvSpPr>
        <p:spPr>
          <a:xfrm>
            <a:off x="271090" y="6388369"/>
            <a:ext cx="36224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 spc="100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JUNTA ASESORA 318</a:t>
            </a:r>
          </a:p>
        </p:txBody>
      </p:sp>
    </p:spTree>
    <p:extLst>
      <p:ext uri="{BB962C8B-B14F-4D97-AF65-F5344CB8AC3E}">
        <p14:creationId xmlns:p14="http://schemas.microsoft.com/office/powerpoint/2010/main" val="35265567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25C35E99-BCF2-B41E-4AE1-8E3631B423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4BFAA43-4E3B-280D-DBE1-3A2F039E787A}"/>
              </a:ext>
            </a:extLst>
          </p:cNvPr>
          <p:cNvSpPr txBox="1"/>
          <p:nvPr userDrawn="1"/>
        </p:nvSpPr>
        <p:spPr>
          <a:xfrm>
            <a:off x="271090" y="6388369"/>
            <a:ext cx="36224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 spc="100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JUNTA ASESORA 318</a:t>
            </a:r>
          </a:p>
        </p:txBody>
      </p:sp>
    </p:spTree>
    <p:extLst>
      <p:ext uri="{BB962C8B-B14F-4D97-AF65-F5344CB8AC3E}">
        <p14:creationId xmlns:p14="http://schemas.microsoft.com/office/powerpoint/2010/main" val="153999580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rtini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B7C6097C-19F9-B596-7258-4BFDE718414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761874" cy="6858000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995E004-A703-36ED-BEF5-27FD7AA43B12}"/>
              </a:ext>
            </a:extLst>
          </p:cNvPr>
          <p:cNvSpPr txBox="1"/>
          <p:nvPr userDrawn="1"/>
        </p:nvSpPr>
        <p:spPr>
          <a:xfrm>
            <a:off x="271090" y="6388369"/>
            <a:ext cx="36224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 spc="100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JUNTA ASESORA 318</a:t>
            </a:r>
          </a:p>
        </p:txBody>
      </p:sp>
    </p:spTree>
    <p:extLst>
      <p:ext uri="{BB962C8B-B14F-4D97-AF65-F5344CB8AC3E}">
        <p14:creationId xmlns:p14="http://schemas.microsoft.com/office/powerpoint/2010/main" val="135835218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rtini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B7C6097C-19F9-B596-7258-4BFDE718414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9E52F9F-6E49-BE43-1041-74071503B0AF}"/>
              </a:ext>
            </a:extLst>
          </p:cNvPr>
          <p:cNvSpPr txBox="1"/>
          <p:nvPr userDrawn="1"/>
        </p:nvSpPr>
        <p:spPr>
          <a:xfrm>
            <a:off x="271090" y="6388369"/>
            <a:ext cx="36224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 spc="100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JUNTA ASESORA 318</a:t>
            </a:r>
          </a:p>
        </p:txBody>
      </p:sp>
    </p:spTree>
    <p:extLst>
      <p:ext uri="{BB962C8B-B14F-4D97-AF65-F5344CB8AC3E}">
        <p14:creationId xmlns:p14="http://schemas.microsoft.com/office/powerpoint/2010/main" val="272187536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rtini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D8D30400-CF69-6751-9294-E2B791DD4048}"/>
              </a:ext>
            </a:extLst>
          </p:cNvPr>
          <p:cNvSpPr/>
          <p:nvPr userDrawn="1"/>
        </p:nvSpPr>
        <p:spPr>
          <a:xfrm flipH="1">
            <a:off x="-3" y="0"/>
            <a:ext cx="6095977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3EB1309-A710-9EFD-B61B-A253A0BC3863}"/>
              </a:ext>
            </a:extLst>
          </p:cNvPr>
          <p:cNvSpPr txBox="1"/>
          <p:nvPr userDrawn="1"/>
        </p:nvSpPr>
        <p:spPr>
          <a:xfrm>
            <a:off x="661440" y="5709547"/>
            <a:ext cx="388818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 spc="100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JUNTA ASESORA 318</a:t>
            </a:r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99ECDDD0-CC1A-E5B7-239C-4963FAA0F68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5974" y="0"/>
            <a:ext cx="6096025" cy="6858000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BFE0296-E521-F24C-D7B1-1B033B7D4F38}"/>
              </a:ext>
            </a:extLst>
          </p:cNvPr>
          <p:cNvSpPr/>
          <p:nvPr userDrawn="1"/>
        </p:nvSpPr>
        <p:spPr>
          <a:xfrm>
            <a:off x="0" y="6808753"/>
            <a:ext cx="12192000" cy="58448"/>
          </a:xfrm>
          <a:prstGeom prst="rect">
            <a:avLst/>
          </a:prstGeom>
          <a:solidFill>
            <a:srgbClr val="001F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5" name="Gráfico 9">
            <a:extLst>
              <a:ext uri="{FF2B5EF4-FFF2-40B4-BE49-F238E27FC236}">
                <a16:creationId xmlns:a16="http://schemas.microsoft.com/office/drawing/2014/main" id="{60862F7C-B75C-22E4-6635-D607268F87A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3899" y="301202"/>
            <a:ext cx="845955" cy="293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72518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rtini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B7C6097C-19F9-B596-7258-4BFDE718414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3175819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DA82931-5912-5024-D474-4C8D9694A886}"/>
              </a:ext>
            </a:extLst>
          </p:cNvPr>
          <p:cNvSpPr txBox="1"/>
          <p:nvPr userDrawn="1"/>
        </p:nvSpPr>
        <p:spPr>
          <a:xfrm>
            <a:off x="271090" y="6388369"/>
            <a:ext cx="36224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 spc="100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JUNTA ASESORA 318</a:t>
            </a:r>
          </a:p>
        </p:txBody>
      </p:sp>
    </p:spTree>
    <p:extLst>
      <p:ext uri="{BB962C8B-B14F-4D97-AF65-F5344CB8AC3E}">
        <p14:creationId xmlns:p14="http://schemas.microsoft.com/office/powerpoint/2010/main" val="338490259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B372548-D2AD-938C-7BF7-649B77F943A2}"/>
              </a:ext>
            </a:extLst>
          </p:cNvPr>
          <p:cNvSpPr txBox="1"/>
          <p:nvPr userDrawn="1"/>
        </p:nvSpPr>
        <p:spPr>
          <a:xfrm>
            <a:off x="271090" y="6388369"/>
            <a:ext cx="36224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 spc="100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JUNTA ASESORA 318</a:t>
            </a:r>
          </a:p>
        </p:txBody>
      </p:sp>
    </p:spTree>
    <p:extLst>
      <p:ext uri="{BB962C8B-B14F-4D97-AF65-F5344CB8AC3E}">
        <p14:creationId xmlns:p14="http://schemas.microsoft.com/office/powerpoint/2010/main" val="422132200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B65128F-73E9-4DC2-2BC8-9F27CED39FC9}"/>
              </a:ext>
            </a:extLst>
          </p:cNvPr>
          <p:cNvSpPr/>
          <p:nvPr userDrawn="1"/>
        </p:nvSpPr>
        <p:spPr>
          <a:xfrm>
            <a:off x="0" y="1185608"/>
            <a:ext cx="12192000" cy="56723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81524BE-80D7-6EF8-EB1B-E7E13472FC8E}"/>
              </a:ext>
            </a:extLst>
          </p:cNvPr>
          <p:cNvSpPr/>
          <p:nvPr userDrawn="1"/>
        </p:nvSpPr>
        <p:spPr>
          <a:xfrm>
            <a:off x="0" y="6808753"/>
            <a:ext cx="12192000" cy="58448"/>
          </a:xfrm>
          <a:prstGeom prst="rect">
            <a:avLst/>
          </a:prstGeom>
          <a:solidFill>
            <a:srgbClr val="001F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788B7F3-34DB-FD85-E280-D8E70D89B0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37510" y="6327165"/>
            <a:ext cx="1401884" cy="327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77864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B65128F-73E9-4DC2-2BC8-9F27CED39FC9}"/>
              </a:ext>
            </a:extLst>
          </p:cNvPr>
          <p:cNvSpPr/>
          <p:nvPr userDrawn="1"/>
        </p:nvSpPr>
        <p:spPr>
          <a:xfrm>
            <a:off x="0" y="1543050"/>
            <a:ext cx="12192000" cy="53149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7B1A0A2-263B-7F74-A9D7-4BD5996EA58D}"/>
              </a:ext>
            </a:extLst>
          </p:cNvPr>
          <p:cNvSpPr/>
          <p:nvPr userDrawn="1"/>
        </p:nvSpPr>
        <p:spPr>
          <a:xfrm>
            <a:off x="0" y="6808753"/>
            <a:ext cx="12192000" cy="58448"/>
          </a:xfrm>
          <a:prstGeom prst="rect">
            <a:avLst/>
          </a:prstGeom>
          <a:solidFill>
            <a:srgbClr val="001F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CCC12BB-7902-D9D0-C978-DAB0D5F78E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37510" y="6327165"/>
            <a:ext cx="1401884" cy="327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45390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rtini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B7C6097C-19F9-B596-7258-4BFDE718414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3175819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7841098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rtini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8">
            <a:extLst>
              <a:ext uri="{FF2B5EF4-FFF2-40B4-BE49-F238E27FC236}">
                <a16:creationId xmlns:a16="http://schemas.microsoft.com/office/drawing/2014/main" id="{B7D0C77F-1C08-1F63-167F-1B9106216B6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850426" y="0"/>
            <a:ext cx="7341574" cy="4579121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8D30400-CF69-6751-9294-E2B791DD4048}"/>
              </a:ext>
            </a:extLst>
          </p:cNvPr>
          <p:cNvSpPr/>
          <p:nvPr userDrawn="1"/>
        </p:nvSpPr>
        <p:spPr>
          <a:xfrm flipH="1">
            <a:off x="0" y="0"/>
            <a:ext cx="4842302" cy="4579121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763600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A863E0AC-C25B-0638-C020-44D94EE761A2}"/>
              </a:ext>
            </a:extLst>
          </p:cNvPr>
          <p:cNvSpPr/>
          <p:nvPr userDrawn="1"/>
        </p:nvSpPr>
        <p:spPr>
          <a:xfrm>
            <a:off x="0" y="1412776"/>
            <a:ext cx="12191999" cy="54452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07262E3-0927-90AB-CFDB-98735D7988CD}"/>
              </a:ext>
            </a:extLst>
          </p:cNvPr>
          <p:cNvSpPr/>
          <p:nvPr userDrawn="1"/>
        </p:nvSpPr>
        <p:spPr>
          <a:xfrm>
            <a:off x="0" y="6808753"/>
            <a:ext cx="12192000" cy="58448"/>
          </a:xfrm>
          <a:prstGeom prst="rect">
            <a:avLst/>
          </a:prstGeom>
          <a:solidFill>
            <a:srgbClr val="001F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3608091-CC67-61B5-7F87-99C3F2DD5B99}"/>
              </a:ext>
            </a:extLst>
          </p:cNvPr>
          <p:cNvSpPr txBox="1"/>
          <p:nvPr userDrawn="1"/>
        </p:nvSpPr>
        <p:spPr>
          <a:xfrm>
            <a:off x="271090" y="6388369"/>
            <a:ext cx="36224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 spc="100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JUNTA ASESORA 318</a:t>
            </a:r>
          </a:p>
        </p:txBody>
      </p:sp>
    </p:spTree>
    <p:extLst>
      <p:ext uri="{BB962C8B-B14F-4D97-AF65-F5344CB8AC3E}">
        <p14:creationId xmlns:p14="http://schemas.microsoft.com/office/powerpoint/2010/main" val="390035408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A863E0AC-C25B-0638-C020-44D94EE761A2}"/>
              </a:ext>
            </a:extLst>
          </p:cNvPr>
          <p:cNvSpPr/>
          <p:nvPr userDrawn="1"/>
        </p:nvSpPr>
        <p:spPr>
          <a:xfrm>
            <a:off x="0" y="1412776"/>
            <a:ext cx="12191999" cy="54452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ACADEB5-94AE-CC85-9B42-FB9899B41AA5}"/>
              </a:ext>
            </a:extLst>
          </p:cNvPr>
          <p:cNvSpPr/>
          <p:nvPr userDrawn="1"/>
        </p:nvSpPr>
        <p:spPr>
          <a:xfrm>
            <a:off x="0" y="6808753"/>
            <a:ext cx="12192000" cy="58448"/>
          </a:xfrm>
          <a:prstGeom prst="rect">
            <a:avLst/>
          </a:prstGeom>
          <a:solidFill>
            <a:srgbClr val="001F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16506218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rtini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F6298359-1F71-312F-0285-FED52E7ED7F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B7C6097C-19F9-B596-7258-4BFDE718414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663138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apositiva de título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A024F6F3-1773-40D5-1D54-B698969FE827}"/>
              </a:ext>
            </a:extLst>
          </p:cNvPr>
          <p:cNvSpPr/>
          <p:nvPr userDrawn="1"/>
        </p:nvSpPr>
        <p:spPr>
          <a:xfrm flipV="1">
            <a:off x="0" y="0"/>
            <a:ext cx="12192000" cy="685097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Forma libre 32">
            <a:extLst>
              <a:ext uri="{FF2B5EF4-FFF2-40B4-BE49-F238E27FC236}">
                <a16:creationId xmlns:a16="http://schemas.microsoft.com/office/drawing/2014/main" id="{67156012-B081-B01C-2848-E107227E64D2}"/>
              </a:ext>
            </a:extLst>
          </p:cNvPr>
          <p:cNvSpPr txBox="1">
            <a:spLocks/>
          </p:cNvSpPr>
          <p:nvPr/>
        </p:nvSpPr>
        <p:spPr>
          <a:xfrm>
            <a:off x="5562820" y="955922"/>
            <a:ext cx="1531021" cy="4799694"/>
          </a:xfrm>
          <a:custGeom>
            <a:avLst/>
            <a:gdLst>
              <a:gd name="connsiteX0" fmla="*/ 0 w 1834201"/>
              <a:gd name="connsiteY0" fmla="*/ 0 h 5750151"/>
              <a:gd name="connsiteX1" fmla="*/ 1834201 w 1834201"/>
              <a:gd name="connsiteY1" fmla="*/ 0 h 5750151"/>
              <a:gd name="connsiteX2" fmla="*/ 397003 w 1834201"/>
              <a:gd name="connsiteY2" fmla="*/ 5748792 h 5750151"/>
              <a:gd name="connsiteX3" fmla="*/ 0 w 1834201"/>
              <a:gd name="connsiteY3" fmla="*/ 5750151 h 5750151"/>
              <a:gd name="connsiteX4" fmla="*/ 0 w 1834201"/>
              <a:gd name="connsiteY4" fmla="*/ 0 h 5750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34201" h="5750151">
                <a:moveTo>
                  <a:pt x="0" y="0"/>
                </a:moveTo>
                <a:lnTo>
                  <a:pt x="1834201" y="0"/>
                </a:lnTo>
                <a:lnTo>
                  <a:pt x="397003" y="5748792"/>
                </a:lnTo>
                <a:lnTo>
                  <a:pt x="0" y="5750151"/>
                </a:lnTo>
                <a:lnTo>
                  <a:pt x="0" y="0"/>
                </a:lnTo>
                <a:close/>
              </a:path>
            </a:pathLst>
          </a:custGeom>
        </p:spPr>
        <p:txBody>
          <a:bodyPr vert="horz" wrap="square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CO"/>
          </a:p>
        </p:txBody>
      </p:sp>
      <p:sp>
        <p:nvSpPr>
          <p:cNvPr id="32" name="Forma libre 31">
            <a:extLst>
              <a:ext uri="{FF2B5EF4-FFF2-40B4-BE49-F238E27FC236}">
                <a16:creationId xmlns:a16="http://schemas.microsoft.com/office/drawing/2014/main" id="{37456C86-19F6-D36A-6B20-261420308D72}"/>
              </a:ext>
            </a:extLst>
          </p:cNvPr>
          <p:cNvSpPr txBox="1">
            <a:spLocks/>
          </p:cNvSpPr>
          <p:nvPr/>
        </p:nvSpPr>
        <p:spPr>
          <a:xfrm>
            <a:off x="3512427" y="953438"/>
            <a:ext cx="3243409" cy="4809193"/>
          </a:xfrm>
          <a:custGeom>
            <a:avLst/>
            <a:gdLst>
              <a:gd name="connsiteX0" fmla="*/ 1429915 w 3885684"/>
              <a:gd name="connsiteY0" fmla="*/ 0 h 5761531"/>
              <a:gd name="connsiteX1" fmla="*/ 3885684 w 3885684"/>
              <a:gd name="connsiteY1" fmla="*/ 0 h 5761531"/>
              <a:gd name="connsiteX2" fmla="*/ 3884593 w 3885684"/>
              <a:gd name="connsiteY2" fmla="*/ 4365 h 5761531"/>
              <a:gd name="connsiteX3" fmla="*/ 2050392 w 3885684"/>
              <a:gd name="connsiteY3" fmla="*/ 4365 h 5761531"/>
              <a:gd name="connsiteX4" fmla="*/ 2050392 w 3885684"/>
              <a:gd name="connsiteY4" fmla="*/ 5754516 h 5761531"/>
              <a:gd name="connsiteX5" fmla="*/ 0 w 3885684"/>
              <a:gd name="connsiteY5" fmla="*/ 5761531 h 5761531"/>
              <a:gd name="connsiteX6" fmla="*/ 1429915 w 3885684"/>
              <a:gd name="connsiteY6" fmla="*/ 0 h 5761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85684" h="5761531">
                <a:moveTo>
                  <a:pt x="1429915" y="0"/>
                </a:moveTo>
                <a:lnTo>
                  <a:pt x="3885684" y="0"/>
                </a:lnTo>
                <a:lnTo>
                  <a:pt x="3884593" y="4365"/>
                </a:lnTo>
                <a:lnTo>
                  <a:pt x="2050392" y="4365"/>
                </a:lnTo>
                <a:lnTo>
                  <a:pt x="2050392" y="5754516"/>
                </a:lnTo>
                <a:lnTo>
                  <a:pt x="0" y="5761531"/>
                </a:lnTo>
                <a:lnTo>
                  <a:pt x="1429915" y="0"/>
                </a:lnTo>
                <a:close/>
              </a:path>
            </a:pathLst>
          </a:custGeom>
        </p:spPr>
        <p:txBody>
          <a:bodyPr vert="horz" wrap="square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CO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088188B5-2059-9B8B-9C7F-7DE9AC462C3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973498" y="192049"/>
            <a:ext cx="1964463" cy="60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7529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Cortini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D8D30400-CF69-6751-9294-E2B791DD4048}"/>
              </a:ext>
            </a:extLst>
          </p:cNvPr>
          <p:cNvSpPr/>
          <p:nvPr userDrawn="1"/>
        </p:nvSpPr>
        <p:spPr>
          <a:xfrm flipH="1">
            <a:off x="-4" y="0"/>
            <a:ext cx="12192003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C6B1990-251A-1FDD-AB44-0625280DE7F1}"/>
              </a:ext>
            </a:extLst>
          </p:cNvPr>
          <p:cNvSpPr/>
          <p:nvPr userDrawn="1"/>
        </p:nvSpPr>
        <p:spPr>
          <a:xfrm>
            <a:off x="0" y="3895420"/>
            <a:ext cx="12192000" cy="13674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3EB1309-A710-9EFD-B61B-A253A0BC3863}"/>
              </a:ext>
            </a:extLst>
          </p:cNvPr>
          <p:cNvSpPr txBox="1"/>
          <p:nvPr userDrawn="1"/>
        </p:nvSpPr>
        <p:spPr>
          <a:xfrm>
            <a:off x="661440" y="3676254"/>
            <a:ext cx="388818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 spc="100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JUNTA ASESORA 318</a:t>
            </a:r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99ECDDD0-CC1A-E5B7-239C-4963FAA0F68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5974" y="0"/>
            <a:ext cx="6096025" cy="6813176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C4E16D2-5A0A-F924-5478-4F5D18C013D7}"/>
              </a:ext>
            </a:extLst>
          </p:cNvPr>
          <p:cNvSpPr/>
          <p:nvPr userDrawn="1"/>
        </p:nvSpPr>
        <p:spPr>
          <a:xfrm>
            <a:off x="0" y="6808753"/>
            <a:ext cx="12192000" cy="58448"/>
          </a:xfrm>
          <a:prstGeom prst="rect">
            <a:avLst/>
          </a:prstGeom>
          <a:solidFill>
            <a:srgbClr val="001F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76352870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rtini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D8D30400-CF69-6751-9294-E2B791DD4048}"/>
              </a:ext>
            </a:extLst>
          </p:cNvPr>
          <p:cNvSpPr/>
          <p:nvPr userDrawn="1"/>
        </p:nvSpPr>
        <p:spPr>
          <a:xfrm flipH="1">
            <a:off x="-4" y="0"/>
            <a:ext cx="12192003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C6B1990-251A-1FDD-AB44-0625280DE7F1}"/>
              </a:ext>
            </a:extLst>
          </p:cNvPr>
          <p:cNvSpPr/>
          <p:nvPr userDrawn="1"/>
        </p:nvSpPr>
        <p:spPr>
          <a:xfrm>
            <a:off x="0" y="3895420"/>
            <a:ext cx="12191999" cy="21416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3EB1309-A710-9EFD-B61B-A253A0BC3863}"/>
              </a:ext>
            </a:extLst>
          </p:cNvPr>
          <p:cNvSpPr txBox="1"/>
          <p:nvPr userDrawn="1"/>
        </p:nvSpPr>
        <p:spPr>
          <a:xfrm>
            <a:off x="661440" y="3676254"/>
            <a:ext cx="388818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 spc="100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JUNTA ASESORA 318</a:t>
            </a:r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99ECDDD0-CC1A-E5B7-239C-4963FAA0F68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5974" y="0"/>
            <a:ext cx="6096025" cy="6813176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C4E16D2-5A0A-F924-5478-4F5D18C013D7}"/>
              </a:ext>
            </a:extLst>
          </p:cNvPr>
          <p:cNvSpPr/>
          <p:nvPr userDrawn="1"/>
        </p:nvSpPr>
        <p:spPr>
          <a:xfrm>
            <a:off x="0" y="6808753"/>
            <a:ext cx="12192000" cy="58448"/>
          </a:xfrm>
          <a:prstGeom prst="rect">
            <a:avLst/>
          </a:prstGeom>
          <a:solidFill>
            <a:srgbClr val="001F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13FED732-5530-8A5C-D8FF-AF8DB2D5AA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973498" y="192049"/>
            <a:ext cx="1964463" cy="60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33370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rtini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D8D30400-CF69-6751-9294-E2B791DD4048}"/>
              </a:ext>
            </a:extLst>
          </p:cNvPr>
          <p:cNvSpPr/>
          <p:nvPr userDrawn="1"/>
        </p:nvSpPr>
        <p:spPr>
          <a:xfrm flipH="1">
            <a:off x="-4" y="0"/>
            <a:ext cx="6774290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3EB1309-A710-9EFD-B61B-A253A0BC3863}"/>
              </a:ext>
            </a:extLst>
          </p:cNvPr>
          <p:cNvSpPr txBox="1"/>
          <p:nvPr userDrawn="1"/>
        </p:nvSpPr>
        <p:spPr>
          <a:xfrm>
            <a:off x="661440" y="3676254"/>
            <a:ext cx="388818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 spc="100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JUNTA ASESORA 318</a:t>
            </a:r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99ECDDD0-CC1A-E5B7-239C-4963FAA0F68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74286" y="646043"/>
            <a:ext cx="5417713" cy="5526158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C4E16D2-5A0A-F924-5478-4F5D18C013D7}"/>
              </a:ext>
            </a:extLst>
          </p:cNvPr>
          <p:cNvSpPr/>
          <p:nvPr userDrawn="1"/>
        </p:nvSpPr>
        <p:spPr>
          <a:xfrm>
            <a:off x="0" y="6808753"/>
            <a:ext cx="12192000" cy="58448"/>
          </a:xfrm>
          <a:prstGeom prst="rect">
            <a:avLst/>
          </a:prstGeom>
          <a:solidFill>
            <a:srgbClr val="001F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104519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001F5F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9804921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1">
            <a:extLst>
              <a:ext uri="{FF2B5EF4-FFF2-40B4-BE49-F238E27FC236}">
                <a16:creationId xmlns:a16="http://schemas.microsoft.com/office/drawing/2014/main" id="{1D64E781-548B-1A1A-F6D7-E6A86B63687D}"/>
              </a:ext>
            </a:extLst>
          </p:cNvPr>
          <p:cNvSpPr/>
          <p:nvPr userDrawn="1"/>
        </p:nvSpPr>
        <p:spPr>
          <a:xfrm>
            <a:off x="0" y="1"/>
            <a:ext cx="12192000" cy="6873497"/>
          </a:xfrm>
          <a:prstGeom prst="rect">
            <a:avLst/>
          </a:prstGeom>
          <a:solidFill>
            <a:srgbClr val="E3E8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rgbClr val="002060"/>
              </a:solidFill>
              <a:latin typeface="Futura Std Book" panose="020B0502020204020303" pitchFamily="34" charset="77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BBDA351-8545-0B2A-64C6-82DFEADF5DD3}"/>
              </a:ext>
            </a:extLst>
          </p:cNvPr>
          <p:cNvSpPr/>
          <p:nvPr userDrawn="1"/>
        </p:nvSpPr>
        <p:spPr>
          <a:xfrm>
            <a:off x="0" y="-15496"/>
            <a:ext cx="12192000" cy="11040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266853" dist="38100" dir="2700000" algn="tl" rotWithShape="0">
              <a:prstClr val="black">
                <a:alpha val="21266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FF4E6D65-6EDA-B927-8C21-3CE7DDC6AE3C}"/>
              </a:ext>
            </a:extLst>
          </p:cNvPr>
          <p:cNvSpPr/>
          <p:nvPr userDrawn="1"/>
        </p:nvSpPr>
        <p:spPr>
          <a:xfrm>
            <a:off x="430306" y="62460"/>
            <a:ext cx="889047" cy="889047"/>
          </a:xfrm>
          <a:prstGeom prst="ellipse">
            <a:avLst/>
          </a:prstGeom>
          <a:solidFill>
            <a:srgbClr val="C9325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41300BA8-0827-8FD9-2D6D-853AE8F9C226}"/>
              </a:ext>
            </a:extLst>
          </p:cNvPr>
          <p:cNvSpPr txBox="1"/>
          <p:nvPr userDrawn="1"/>
        </p:nvSpPr>
        <p:spPr>
          <a:xfrm>
            <a:off x="584222" y="98430"/>
            <a:ext cx="145814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normalizeH="0" noProof="0">
                <a:ln>
                  <a:noFill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  <a:uLnTx/>
                <a:uFillTx/>
                <a:latin typeface="Futura Std Book" panose="020B0502020204020303" pitchFamily="34" charset="77"/>
                <a:ea typeface="Roboto Slab" charset="0"/>
                <a:cs typeface="Roboto Slab" charset="0"/>
              </a:rPr>
              <a:t>C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74F06288-FB97-CAA2-5230-7FDBFC55B8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973498" y="192049"/>
            <a:ext cx="1964463" cy="609474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5411B097-E026-BF28-E2B9-5F2F423D3D48}"/>
              </a:ext>
            </a:extLst>
          </p:cNvPr>
          <p:cNvSpPr/>
          <p:nvPr userDrawn="1"/>
        </p:nvSpPr>
        <p:spPr>
          <a:xfrm>
            <a:off x="1408815" y="191215"/>
            <a:ext cx="8045658" cy="48987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ts val="3060"/>
              </a:lnSpc>
              <a:defRPr/>
            </a:pPr>
            <a:r>
              <a:rPr lang="es-CO" sz="3200" b="1" spc="600">
                <a:solidFill>
                  <a:srgbClr val="000073"/>
                </a:solidFill>
                <a:effectLst/>
                <a:latin typeface="Futura Std Condensed ExtBd" panose="020B0502020204020303" pitchFamily="34" charset="0"/>
                <a:ea typeface="Aptos" panose="020B0004020202020204" pitchFamily="34" charset="0"/>
                <a:cs typeface="Aptos" panose="020B0004020202020204" pitchFamily="34" charset="0"/>
              </a:rPr>
              <a:t>EXPORTACIONES </a:t>
            </a:r>
            <a:r>
              <a:rPr lang="es-CO" sz="3200" b="1" spc="600">
                <a:solidFill>
                  <a:srgbClr val="000073"/>
                </a:solidFill>
                <a:latin typeface="Futura Std Condensed ExtBd" panose="020B0502020204020303" pitchFamily="34" charset="0"/>
                <a:ea typeface="Aptos" panose="020B0004020202020204" pitchFamily="34" charset="0"/>
                <a:cs typeface="Aptos" panose="020B0004020202020204" pitchFamily="34" charset="0"/>
              </a:rPr>
              <a:t>NO MINERAS</a:t>
            </a:r>
            <a:endParaRPr lang="es-CO" sz="3200" b="1" spc="600">
              <a:solidFill>
                <a:srgbClr val="000073"/>
              </a:solidFill>
              <a:effectLst/>
              <a:latin typeface="Futura Std Condensed ExtBd" panose="020B0502020204020303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0170CC8C-3B88-B5A1-D96F-AEE826E4E859}"/>
              </a:ext>
            </a:extLst>
          </p:cNvPr>
          <p:cNvCxnSpPr>
            <a:cxnSpLocks/>
          </p:cNvCxnSpPr>
          <p:nvPr userDrawn="1"/>
        </p:nvCxnSpPr>
        <p:spPr>
          <a:xfrm>
            <a:off x="1493562" y="586775"/>
            <a:ext cx="8053209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3165BD6-BAF3-74BE-EDC9-0750ED728F16}"/>
              </a:ext>
            </a:extLst>
          </p:cNvPr>
          <p:cNvSpPr txBox="1"/>
          <p:nvPr userDrawn="1"/>
        </p:nvSpPr>
        <p:spPr>
          <a:xfrm rot="16200000">
            <a:off x="-726235" y="3321278"/>
            <a:ext cx="1631215" cy="21544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800" u="none" strike="noStrike" kern="1200" cap="none" spc="200" normalizeH="0" baseline="0" noProof="0">
                <a:ln>
                  <a:noFill/>
                </a:ln>
                <a:solidFill>
                  <a:srgbClr val="001F78"/>
                </a:solidFill>
                <a:effectLst/>
                <a:uLnTx/>
                <a:uFillTx/>
                <a:latin typeface="Futura Std Condensed" panose="020B0502020204020303" pitchFamily="34" charset="0"/>
                <a:cs typeface="Arial" panose="020B0604020202020204" pitchFamily="34" charset="0"/>
              </a:rPr>
              <a:t> JUNTA ASESORA 324</a:t>
            </a: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38A661A2-1B6A-E8FA-E81D-052A4F54620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1225" y="6233859"/>
            <a:ext cx="1857600" cy="3096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933A39C7-7144-7219-02D1-8E73473FE3B0}"/>
              </a:ext>
            </a:extLst>
          </p:cNvPr>
          <p:cNvSpPr/>
          <p:nvPr userDrawn="1"/>
        </p:nvSpPr>
        <p:spPr>
          <a:xfrm>
            <a:off x="0" y="6759570"/>
            <a:ext cx="12191998" cy="9843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66853" dist="38100" dir="2700000" algn="tl" rotWithShape="0">
              <a:prstClr val="black">
                <a:alpha val="21266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3764846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886884E0-5666-242B-1E03-4837CFC3AA34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240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98258B0-8413-0C75-5807-68931C1381D4}"/>
              </a:ext>
            </a:extLst>
          </p:cNvPr>
          <p:cNvSpPr/>
          <p:nvPr userDrawn="1"/>
        </p:nvSpPr>
        <p:spPr>
          <a:xfrm>
            <a:off x="0" y="6808753"/>
            <a:ext cx="12192000" cy="58448"/>
          </a:xfrm>
          <a:prstGeom prst="rect">
            <a:avLst/>
          </a:prstGeom>
          <a:solidFill>
            <a:srgbClr val="001F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14171302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F8C0C849-83C5-26ED-4FCF-C9897E4F1F49}"/>
              </a:ext>
            </a:extLst>
          </p:cNvPr>
          <p:cNvSpPr/>
          <p:nvPr/>
        </p:nvSpPr>
        <p:spPr>
          <a:xfrm>
            <a:off x="0" y="1471612"/>
            <a:ext cx="12192000" cy="5310188"/>
          </a:xfrm>
          <a:prstGeom prst="rect">
            <a:avLst/>
          </a:prstGeom>
          <a:solidFill>
            <a:srgbClr val="DEEBF7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67746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10" Type="http://schemas.openxmlformats.org/officeDocument/2006/relationships/image" Target="../media/image1.svg"/><Relationship Id="rId4" Type="http://schemas.openxmlformats.org/officeDocument/2006/relationships/slideLayout" Target="../slideLayouts/slideLayout17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4.xml"/><Relationship Id="rId18" Type="http://schemas.openxmlformats.org/officeDocument/2006/relationships/slideLayout" Target="../slideLayouts/slideLayout39.xml"/><Relationship Id="rId2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60.xml"/><Relationship Id="rId21" Type="http://schemas.openxmlformats.org/officeDocument/2006/relationships/slideLayout" Target="../slideLayouts/slideLayout42.xml"/><Relationship Id="rId34" Type="http://schemas.openxmlformats.org/officeDocument/2006/relationships/slideLayout" Target="../slideLayouts/slideLayout55.xml"/><Relationship Id="rId42" Type="http://schemas.openxmlformats.org/officeDocument/2006/relationships/slideLayout" Target="../slideLayouts/slideLayout63.xml"/><Relationship Id="rId47" Type="http://schemas.openxmlformats.org/officeDocument/2006/relationships/slideLayout" Target="../slideLayouts/slideLayout68.xml"/><Relationship Id="rId50" Type="http://schemas.openxmlformats.org/officeDocument/2006/relationships/slideLayout" Target="../slideLayouts/slideLayout71.xml"/><Relationship Id="rId55" Type="http://schemas.openxmlformats.org/officeDocument/2006/relationships/slideLayout" Target="../slideLayouts/slideLayout76.xml"/><Relationship Id="rId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37.xml"/><Relationship Id="rId29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45.xml"/><Relationship Id="rId32" Type="http://schemas.openxmlformats.org/officeDocument/2006/relationships/slideLayout" Target="../slideLayouts/slideLayout53.xml"/><Relationship Id="rId37" Type="http://schemas.openxmlformats.org/officeDocument/2006/relationships/slideLayout" Target="../slideLayouts/slideLayout58.xml"/><Relationship Id="rId40" Type="http://schemas.openxmlformats.org/officeDocument/2006/relationships/slideLayout" Target="../slideLayouts/slideLayout61.xml"/><Relationship Id="rId45" Type="http://schemas.openxmlformats.org/officeDocument/2006/relationships/slideLayout" Target="../slideLayouts/slideLayout66.xml"/><Relationship Id="rId53" Type="http://schemas.openxmlformats.org/officeDocument/2006/relationships/slideLayout" Target="../slideLayouts/slideLayout74.xml"/><Relationship Id="rId58" Type="http://schemas.openxmlformats.org/officeDocument/2006/relationships/image" Target="../media/image1.svg"/><Relationship Id="rId5" Type="http://schemas.openxmlformats.org/officeDocument/2006/relationships/slideLayout" Target="../slideLayouts/slideLayout26.xml"/><Relationship Id="rId19" Type="http://schemas.openxmlformats.org/officeDocument/2006/relationships/slideLayout" Target="../slideLayouts/slideLayout40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5.xml"/><Relationship Id="rId22" Type="http://schemas.openxmlformats.org/officeDocument/2006/relationships/slideLayout" Target="../slideLayouts/slideLayout43.xml"/><Relationship Id="rId27" Type="http://schemas.openxmlformats.org/officeDocument/2006/relationships/slideLayout" Target="../slideLayouts/slideLayout48.xml"/><Relationship Id="rId30" Type="http://schemas.openxmlformats.org/officeDocument/2006/relationships/slideLayout" Target="../slideLayouts/slideLayout51.xml"/><Relationship Id="rId35" Type="http://schemas.openxmlformats.org/officeDocument/2006/relationships/slideLayout" Target="../slideLayouts/slideLayout56.xml"/><Relationship Id="rId43" Type="http://schemas.openxmlformats.org/officeDocument/2006/relationships/slideLayout" Target="../slideLayouts/slideLayout64.xml"/><Relationship Id="rId48" Type="http://schemas.openxmlformats.org/officeDocument/2006/relationships/slideLayout" Target="../slideLayouts/slideLayout69.xml"/><Relationship Id="rId56" Type="http://schemas.openxmlformats.org/officeDocument/2006/relationships/theme" Target="../theme/theme3.xml"/><Relationship Id="rId8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72.xml"/><Relationship Id="rId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8.xml"/><Relationship Id="rId25" Type="http://schemas.openxmlformats.org/officeDocument/2006/relationships/slideLayout" Target="../slideLayouts/slideLayout46.xml"/><Relationship Id="rId33" Type="http://schemas.openxmlformats.org/officeDocument/2006/relationships/slideLayout" Target="../slideLayouts/slideLayout54.xml"/><Relationship Id="rId38" Type="http://schemas.openxmlformats.org/officeDocument/2006/relationships/slideLayout" Target="../slideLayouts/slideLayout59.xml"/><Relationship Id="rId46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62.xml"/><Relationship Id="rId54" Type="http://schemas.openxmlformats.org/officeDocument/2006/relationships/slideLayout" Target="../slideLayouts/slideLayout75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6.xml"/><Relationship Id="rId23" Type="http://schemas.openxmlformats.org/officeDocument/2006/relationships/slideLayout" Target="../slideLayouts/slideLayout44.xml"/><Relationship Id="rId28" Type="http://schemas.openxmlformats.org/officeDocument/2006/relationships/slideLayout" Target="../slideLayouts/slideLayout49.xml"/><Relationship Id="rId36" Type="http://schemas.openxmlformats.org/officeDocument/2006/relationships/slideLayout" Target="../slideLayouts/slideLayout57.xml"/><Relationship Id="rId49" Type="http://schemas.openxmlformats.org/officeDocument/2006/relationships/slideLayout" Target="../slideLayouts/slideLayout70.xml"/><Relationship Id="rId57" Type="http://schemas.openxmlformats.org/officeDocument/2006/relationships/image" Target="../media/image3.png"/><Relationship Id="rId10" Type="http://schemas.openxmlformats.org/officeDocument/2006/relationships/slideLayout" Target="../slideLayouts/slideLayout31.xml"/><Relationship Id="rId3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65.xml"/><Relationship Id="rId52" Type="http://schemas.openxmlformats.org/officeDocument/2006/relationships/slideLayout" Target="../slideLayouts/slideLayout7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725" r:id="rId12"/>
    <p:sldLayoutId id="2147483726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FD5618FD-70BD-F216-157F-DAC0302AE04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9973498" y="192049"/>
            <a:ext cx="1964463" cy="609474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FBDF020A-D536-D361-D84B-AEB16E5102E4}"/>
              </a:ext>
            </a:extLst>
          </p:cNvPr>
          <p:cNvSpPr/>
          <p:nvPr userDrawn="1"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0460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D2A8F04B-9317-F62E-61F3-5B9A779D04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930170" y="0"/>
            <a:ext cx="420016" cy="1885950"/>
          </a:xfrm>
          <a:prstGeom prst="rect">
            <a:avLst/>
          </a:prstGeom>
          <a:solidFill>
            <a:srgbClr val="FFE5C3"/>
          </a:solidFill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D2987D69-7FDA-35A1-40B6-D27CC5EDB97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rcRect/>
          <a:stretch/>
        </p:blipFill>
        <p:spPr>
          <a:xfrm>
            <a:off x="9973498" y="192049"/>
            <a:ext cx="1964463" cy="60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98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  <p:sldLayoutId id="2147483688" r:id="rId19"/>
    <p:sldLayoutId id="2147483689" r:id="rId20"/>
    <p:sldLayoutId id="2147483690" r:id="rId21"/>
    <p:sldLayoutId id="2147483691" r:id="rId22"/>
    <p:sldLayoutId id="2147483692" r:id="rId23"/>
    <p:sldLayoutId id="2147483693" r:id="rId24"/>
    <p:sldLayoutId id="2147483694" r:id="rId25"/>
    <p:sldLayoutId id="2147483695" r:id="rId26"/>
    <p:sldLayoutId id="2147483696" r:id="rId27"/>
    <p:sldLayoutId id="2147483697" r:id="rId28"/>
    <p:sldLayoutId id="2147483698" r:id="rId29"/>
    <p:sldLayoutId id="2147483699" r:id="rId30"/>
    <p:sldLayoutId id="2147483700" r:id="rId31"/>
    <p:sldLayoutId id="2147483701" r:id="rId32"/>
    <p:sldLayoutId id="2147483702" r:id="rId33"/>
    <p:sldLayoutId id="2147483703" r:id="rId34"/>
    <p:sldLayoutId id="2147483704" r:id="rId35"/>
    <p:sldLayoutId id="2147483705" r:id="rId36"/>
    <p:sldLayoutId id="2147483706" r:id="rId37"/>
    <p:sldLayoutId id="2147483707" r:id="rId38"/>
    <p:sldLayoutId id="2147483708" r:id="rId39"/>
    <p:sldLayoutId id="2147483709" r:id="rId40"/>
    <p:sldLayoutId id="2147483710" r:id="rId41"/>
    <p:sldLayoutId id="2147483711" r:id="rId42"/>
    <p:sldLayoutId id="2147483712" r:id="rId43"/>
    <p:sldLayoutId id="2147483713" r:id="rId44"/>
    <p:sldLayoutId id="2147483714" r:id="rId45"/>
    <p:sldLayoutId id="2147483715" r:id="rId46"/>
    <p:sldLayoutId id="2147483716" r:id="rId47"/>
    <p:sldLayoutId id="2147483717" r:id="rId48"/>
    <p:sldLayoutId id="2147483718" r:id="rId49"/>
    <p:sldLayoutId id="2147483719" r:id="rId50"/>
    <p:sldLayoutId id="2147483720" r:id="rId51"/>
    <p:sldLayoutId id="2147483721" r:id="rId52"/>
    <p:sldLayoutId id="2147483722" r:id="rId53"/>
    <p:sldLayoutId id="2147483723" r:id="rId54"/>
    <p:sldLayoutId id="2147483724" r:id="rId5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54.xml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D83E9C7-B59D-08AD-6FFA-CCCF5B01773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" y="0"/>
            <a:ext cx="12192001" cy="685800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D805293E-D198-3FA2-B4AE-F2562849AEF4}"/>
              </a:ext>
            </a:extLst>
          </p:cNvPr>
          <p:cNvSpPr/>
          <p:nvPr/>
        </p:nvSpPr>
        <p:spPr>
          <a:xfrm>
            <a:off x="-2" y="76200"/>
            <a:ext cx="12192000" cy="67818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96478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88645" y="3847707"/>
            <a:ext cx="365760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8645" y="2933307"/>
            <a:ext cx="7936230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lnSpc>
                <a:spcPct val="90000"/>
              </a:lnSpc>
              <a:defRPr/>
            </a:pPr>
            <a:r>
              <a:rPr sz="3600" b="1" spc="300" dirty="0">
                <a:solidFill>
                  <a:srgbClr val="002060"/>
                </a:solidFill>
                <a:latin typeface="Futura Std Book" panose="020B0502020204020303" pitchFamily="34" charset="77"/>
              </a:rPr>
              <a:t>SEGUIMIENTO {{TRIMESTRE}}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645" y="4030587"/>
            <a:ext cx="9144000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 defTabSz="914400">
              <a:lnSpc>
                <a:spcPct val="90000"/>
              </a:lnSpc>
              <a:defRPr sz="3600" b="1" spc="300">
                <a:solidFill>
                  <a:srgbClr val="002060"/>
                </a:solidFill>
                <a:latin typeface="Futura Std Book" panose="020B0502020204020303" pitchFamily="34" charset="77"/>
              </a:defRPr>
            </a:lvl1pPr>
          </a:lstStyle>
          <a:p>
            <a:pPr algn="l"/>
            <a:r>
              <a:rPr dirty="0"/>
              <a:t>{{</a:t>
            </a:r>
            <a:r>
              <a:rPr sz="1600" dirty="0"/>
              <a:t>UNIDAD</a:t>
            </a:r>
            <a:r>
              <a:rPr dirty="0"/>
              <a:t>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8645" y="5127867"/>
            <a:ext cx="7315200" cy="3139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defTabSz="914400">
              <a:lnSpc>
                <a:spcPct val="90000"/>
              </a:lnSpc>
              <a:defRPr sz="3600" b="1" spc="300">
                <a:solidFill>
                  <a:srgbClr val="002060"/>
                </a:solidFill>
                <a:latin typeface="Futura Std Book" panose="020B0502020204020303" pitchFamily="34" charset="77"/>
              </a:defRPr>
            </a:lvl1pPr>
          </a:lstStyle>
          <a:p>
            <a:r>
              <a:rPr sz="1600" dirty="0"/>
              <a:t>Planeación </a:t>
            </a:r>
            <a:r>
              <a:rPr sz="1600" dirty="0" err="1"/>
              <a:t>Estratégica</a:t>
            </a:r>
            <a:r>
              <a:rPr sz="1600" dirty="0"/>
              <a:t> {{AÑO}} — ProColombia</a:t>
            </a: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44A10A8E-CB95-8F85-A6B6-9DE2C5A9BD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89120" y="5867009"/>
            <a:ext cx="3520422" cy="5867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FA3CA-4913-3C49-AE6D-B8248CDA0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48E5F5D0-B80B-E9C3-7210-0B982749CDC9}"/>
              </a:ext>
            </a:extLst>
          </p:cNvPr>
          <p:cNvGrpSpPr/>
          <p:nvPr/>
        </p:nvGrpSpPr>
        <p:grpSpPr>
          <a:xfrm>
            <a:off x="0" y="918772"/>
            <a:ext cx="12175069" cy="5861059"/>
            <a:chOff x="0" y="-1"/>
            <a:chExt cx="12192001" cy="6858002"/>
          </a:xfrm>
        </p:grpSpPr>
        <p:grpSp>
          <p:nvGrpSpPr>
            <p:cNvPr id="21" name="Grupo 20">
              <a:extLst>
                <a:ext uri="{FF2B5EF4-FFF2-40B4-BE49-F238E27FC236}">
                  <a16:creationId xmlns:a16="http://schemas.microsoft.com/office/drawing/2014/main" id="{BDE8BE73-85A9-E7CD-6E3D-2D3E83675040}"/>
                </a:ext>
              </a:extLst>
            </p:cNvPr>
            <p:cNvGrpSpPr/>
            <p:nvPr/>
          </p:nvGrpSpPr>
          <p:grpSpPr>
            <a:xfrm>
              <a:off x="0" y="0"/>
              <a:ext cx="12192001" cy="6858001"/>
              <a:chOff x="1473622" y="1201583"/>
              <a:chExt cx="11366216" cy="4802843"/>
            </a:xfrm>
          </p:grpSpPr>
          <p:sp>
            <p:nvSpPr>
              <p:cNvPr id="2" name="Rectangle 24">
                <a:extLst>
                  <a:ext uri="{FF2B5EF4-FFF2-40B4-BE49-F238E27FC236}">
                    <a16:creationId xmlns:a16="http://schemas.microsoft.com/office/drawing/2014/main" id="{3AD38439-7897-5C89-FCBE-92BD4E8D8D68}"/>
                  </a:ext>
                </a:extLst>
              </p:cNvPr>
              <p:cNvSpPr/>
              <p:nvPr/>
            </p:nvSpPr>
            <p:spPr>
              <a:xfrm>
                <a:off x="1473622" y="3589319"/>
                <a:ext cx="5194448" cy="2415107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Book" panose="020B0502020204020303" pitchFamily="34" charset="77"/>
                  <a:ea typeface="+mn-ea"/>
                  <a:cs typeface="+mn-cs"/>
                </a:endParaRPr>
              </a:p>
            </p:txBody>
          </p:sp>
          <p:sp>
            <p:nvSpPr>
              <p:cNvPr id="3" name="Rectangle 25">
                <a:extLst>
                  <a:ext uri="{FF2B5EF4-FFF2-40B4-BE49-F238E27FC236}">
                    <a16:creationId xmlns:a16="http://schemas.microsoft.com/office/drawing/2014/main" id="{FF069A73-ACC5-E12D-6CCE-5544D5A905B7}"/>
                  </a:ext>
                </a:extLst>
              </p:cNvPr>
              <p:cNvSpPr/>
              <p:nvPr/>
            </p:nvSpPr>
            <p:spPr>
              <a:xfrm>
                <a:off x="6100548" y="1201583"/>
                <a:ext cx="6739290" cy="2386687"/>
              </a:xfrm>
              <a:prstGeom prst="rect">
                <a:avLst/>
              </a:prstGeom>
              <a:solidFill>
                <a:srgbClr val="DFECF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Book" panose="020B0502020204020303" pitchFamily="34" charset="77"/>
                  <a:ea typeface="+mn-ea"/>
                  <a:cs typeface="+mn-cs"/>
                </a:endParaRPr>
              </a:p>
            </p:txBody>
          </p:sp>
          <p:sp>
            <p:nvSpPr>
              <p:cNvPr id="4" name="Rectangle 26">
                <a:extLst>
                  <a:ext uri="{FF2B5EF4-FFF2-40B4-BE49-F238E27FC236}">
                    <a16:creationId xmlns:a16="http://schemas.microsoft.com/office/drawing/2014/main" id="{12E6348F-5E2B-E354-57F3-B442489BEE52}"/>
                  </a:ext>
                </a:extLst>
              </p:cNvPr>
              <p:cNvSpPr/>
              <p:nvPr/>
            </p:nvSpPr>
            <p:spPr>
              <a:xfrm>
                <a:off x="6675090" y="3589319"/>
                <a:ext cx="6164748" cy="2415107"/>
              </a:xfrm>
              <a:prstGeom prst="rect">
                <a:avLst/>
              </a:prstGeom>
              <a:solidFill>
                <a:srgbClr val="FFF2C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Book" panose="020B0502020204020303" pitchFamily="34" charset="77"/>
                  <a:ea typeface="+mn-ea"/>
                  <a:cs typeface="+mn-cs"/>
                </a:endParaRPr>
              </a:p>
            </p:txBody>
          </p:sp>
          <p:sp>
            <p:nvSpPr>
              <p:cNvPr id="5" name="Rectangle 23">
                <a:extLst>
                  <a:ext uri="{FF2B5EF4-FFF2-40B4-BE49-F238E27FC236}">
                    <a16:creationId xmlns:a16="http://schemas.microsoft.com/office/drawing/2014/main" id="{9773A42A-4BEE-41DE-EC14-16DCEBADA1C2}"/>
                  </a:ext>
                </a:extLst>
              </p:cNvPr>
              <p:cNvSpPr/>
              <p:nvPr/>
            </p:nvSpPr>
            <p:spPr>
              <a:xfrm>
                <a:off x="1473622" y="1201584"/>
                <a:ext cx="5194448" cy="238773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Book" panose="020B0502020204020303" pitchFamily="34" charset="77"/>
                  <a:ea typeface="+mn-ea"/>
                  <a:cs typeface="+mn-cs"/>
                </a:endParaRPr>
              </a:p>
            </p:txBody>
          </p:sp>
        </p:grpSp>
        <p:sp>
          <p:nvSpPr>
            <p:cNvPr id="47" name="Rectángulo 46">
              <a:extLst>
                <a:ext uri="{FF2B5EF4-FFF2-40B4-BE49-F238E27FC236}">
                  <a16:creationId xmlns:a16="http://schemas.microsoft.com/office/drawing/2014/main" id="{D9946B1B-7AE1-E9E1-EEF8-55908A88589C}"/>
                </a:ext>
              </a:extLst>
            </p:cNvPr>
            <p:cNvSpPr/>
            <p:nvPr/>
          </p:nvSpPr>
          <p:spPr>
            <a:xfrm>
              <a:off x="5861387" y="5467"/>
              <a:ext cx="3914379" cy="537482"/>
            </a:xfrm>
            <a:prstGeom prst="rect">
              <a:avLst/>
            </a:prstGeom>
            <a:solidFill>
              <a:schemeClr val="bg1">
                <a:alpha val="49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Std Book" panose="020B0502020204020303" pitchFamily="34" charset="77"/>
                <a:ea typeface="+mn-ea"/>
                <a:cs typeface="+mn-cs"/>
              </a:endParaRPr>
            </a:p>
          </p:txBody>
        </p:sp>
        <p:sp>
          <p:nvSpPr>
            <p:cNvPr id="14" name="Rectángulo: esquinas redondeadas 3">
              <a:extLst>
                <a:ext uri="{FF2B5EF4-FFF2-40B4-BE49-F238E27FC236}">
                  <a16:creationId xmlns:a16="http://schemas.microsoft.com/office/drawing/2014/main" id="{F4317A65-79E7-4DAB-0056-BB1FCBFB6C91}"/>
                </a:ext>
              </a:extLst>
            </p:cNvPr>
            <p:cNvSpPr/>
            <p:nvPr/>
          </p:nvSpPr>
          <p:spPr>
            <a:xfrm>
              <a:off x="286616" y="6373"/>
              <a:ext cx="5386966" cy="3239311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utura Std Book"/>
                <a:ea typeface="+mn-ea"/>
                <a:cs typeface="Calibri"/>
              </a:endParaRPr>
            </a:p>
            <a:p>
              <a:pPr marL="228600" marR="0" lvl="0" indent="-22860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AutoNum type="arabicPeriod"/>
                <a:tabLst/>
                <a:defRPr/>
              </a:pPr>
              <a:endPara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  <a:p>
              <a:pPr marL="228600" marR="0" lvl="0" indent="-22860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AutoNum type="arabicPeriod"/>
                <a:tabLst/>
                <a:defRPr/>
              </a:pPr>
              <a:endPara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AutoNum type="arabicPeriod"/>
                <a:tabLst/>
                <a:defRPr/>
              </a:pPr>
              <a:r>
                <a:rPr kumimoji="0" lang="es-MX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Futura Std Book"/>
                  <a:ea typeface="+mn-ea"/>
                  <a:cs typeface="Calibri"/>
                </a:rPr>
                <a:t>{{DEB_BASE_1}}</a:t>
              </a: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AutoNum type="arabicPeriod"/>
                <a:tabLst/>
                <a:defRPr/>
              </a:pPr>
              <a:r>
                <a:rPr kumimoji="0" lang="es-MX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Futura Std Book"/>
                  <a:ea typeface="+mn-ea"/>
                  <a:cs typeface="Calibri"/>
                </a:rPr>
                <a:t>{{DEB_BASE_2}}</a:t>
              </a: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AutoNum type="arabicPeriod"/>
                <a:tabLst/>
                <a:defRPr/>
              </a:pPr>
              <a:r>
                <a:rPr kumimoji="0" lang="es-MX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Futura Std Book"/>
                  <a:ea typeface="+mn-ea"/>
                  <a:cs typeface="Calibri"/>
                </a:rPr>
                <a:t>{{DEB_BASE_3}}</a:t>
              </a: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AutoNum type="arabicPeriod"/>
                <a:tabLst/>
                <a:defRPr/>
              </a:pPr>
              <a:r>
                <a:rPr kumimoji="0" lang="es-MX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Futura Std Book"/>
                  <a:ea typeface="+mn-ea"/>
                  <a:cs typeface="Calibri"/>
                </a:rPr>
                <a:t>{{DEB_BASE_4}}</a:t>
              </a: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AutoNum type="arabicPeriod"/>
                <a:tabLst/>
                <a:defRPr/>
              </a:pPr>
              <a:r>
                <a:rPr kumimoji="0" lang="es-MX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Futura Std Book"/>
                  <a:ea typeface="+mn-ea"/>
                  <a:cs typeface="Calibri"/>
                </a:rPr>
                <a:t>{{DEB_BASE_5}}</a:t>
              </a: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AutoNum type="arabicPeriod"/>
                <a:tabLst/>
                <a:defRPr/>
              </a:pPr>
              <a:r>
                <a:rPr kumimoji="0" lang="es-MX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Futura Std Book"/>
                  <a:ea typeface="+mn-ea"/>
                  <a:cs typeface="Calibri"/>
                </a:rPr>
                <a:t>{{DEB_BASE_6}}</a:t>
              </a: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AutoNum type="arabicPeriod"/>
                <a:tabLst/>
                <a:defRPr/>
              </a:pPr>
              <a:r>
                <a:rPr kumimoji="0" lang="es-MX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Futura Std Book"/>
                  <a:ea typeface="+mn-ea"/>
                  <a:cs typeface="Calibri"/>
                </a:rPr>
                <a:t>{{DEB_BASE_7}}</a:t>
              </a: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AutoNum type="arabicPeriod"/>
                <a:tabLst/>
                <a:defRPr/>
              </a:pPr>
              <a:r>
                <a:rPr kumimoji="0" lang="es-MX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Futura Std Book"/>
                  <a:ea typeface="+mn-ea"/>
                  <a:cs typeface="Calibri"/>
                </a:rPr>
                <a:t>{{DEB_BASE_8}}</a:t>
              </a: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AutoNum type="arabicPeriod"/>
                <a:tabLst/>
                <a:defRPr/>
              </a:pPr>
              <a:r>
                <a:rPr kumimoji="0" lang="es-MX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Futura Std Book"/>
                  <a:ea typeface="+mn-ea"/>
                  <a:cs typeface="Calibri"/>
                </a:rPr>
                <a:t>{{DEB_BASE_9}}</a:t>
              </a: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AutoNum type="arabicPeriod"/>
                <a:tabLst/>
                <a:defRPr/>
              </a:pPr>
              <a:r>
                <a:rPr kumimoji="0" lang="es-MX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Futura Std Book"/>
                  <a:ea typeface="+mn-ea"/>
                  <a:cs typeface="Calibri"/>
                </a:rPr>
                <a:t>{{DEB_BASE_10}}</a:t>
              </a: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utura Std Book"/>
                <a:ea typeface="+mn-ea"/>
                <a:cs typeface="Calibri"/>
              </a:endParaRPr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E8D0CF51-D744-19E2-68DF-206ECDB95CBB}"/>
                </a:ext>
              </a:extLst>
            </p:cNvPr>
            <p:cNvSpPr txBox="1"/>
            <p:nvPr/>
          </p:nvSpPr>
          <p:spPr>
            <a:xfrm rot="16200000">
              <a:off x="-3290500" y="3290499"/>
              <a:ext cx="6858000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O" sz="1200" b="1" i="0" u="none" strike="noStrike" kern="1200" cap="none" spc="60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Futura Std Book" panose="020B0502020204020303" pitchFamily="34" charset="77"/>
                  <a:ea typeface="+mn-ea"/>
                  <a:cs typeface="+mn-cs"/>
                </a:rPr>
                <a:t>INTERNO</a:t>
              </a:r>
            </a:p>
          </p:txBody>
        </p:sp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0CDBA971-D329-E859-5A6D-AEB8965246FC}"/>
                </a:ext>
              </a:extLst>
            </p:cNvPr>
            <p:cNvSpPr txBox="1"/>
            <p:nvPr/>
          </p:nvSpPr>
          <p:spPr>
            <a:xfrm rot="16200000">
              <a:off x="2283818" y="3292979"/>
              <a:ext cx="6853041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O" sz="1200" b="1" i="0" u="none" strike="noStrike" kern="1200" cap="none" spc="60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Futura Std Book" panose="020B0502020204020303" pitchFamily="34" charset="77"/>
                  <a:ea typeface="+mn-ea"/>
                  <a:cs typeface="+mn-cs"/>
                </a:rPr>
                <a:t>EXTERNAS</a:t>
              </a:r>
            </a:p>
          </p:txBody>
        </p:sp>
        <p:sp>
          <p:nvSpPr>
            <p:cNvPr id="38" name="Rectángulo 37">
              <a:extLst>
                <a:ext uri="{FF2B5EF4-FFF2-40B4-BE49-F238E27FC236}">
                  <a16:creationId xmlns:a16="http://schemas.microsoft.com/office/drawing/2014/main" id="{1ADCEA86-15AD-7868-419C-E813169E07E8}"/>
                </a:ext>
              </a:extLst>
            </p:cNvPr>
            <p:cNvSpPr/>
            <p:nvPr/>
          </p:nvSpPr>
          <p:spPr>
            <a:xfrm>
              <a:off x="271550" y="5467"/>
              <a:ext cx="3427614" cy="537482"/>
            </a:xfrm>
            <a:prstGeom prst="rect">
              <a:avLst/>
            </a:prstGeom>
            <a:solidFill>
              <a:schemeClr val="bg1">
                <a:alpha val="49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Std Book" panose="020B0502020204020303" pitchFamily="34" charset="77"/>
                <a:ea typeface="+mn-ea"/>
                <a:cs typeface="+mn-cs"/>
              </a:endParaRPr>
            </a:p>
          </p:txBody>
        </p:sp>
        <p:sp>
          <p:nvSpPr>
            <p:cNvPr id="39" name="CuadroTexto 38">
              <a:extLst>
                <a:ext uri="{FF2B5EF4-FFF2-40B4-BE49-F238E27FC236}">
                  <a16:creationId xmlns:a16="http://schemas.microsoft.com/office/drawing/2014/main" id="{998CF4D4-C5E5-B794-C71D-AE74A9AAFD94}"/>
                </a:ext>
              </a:extLst>
            </p:cNvPr>
            <p:cNvSpPr txBox="1"/>
            <p:nvPr/>
          </p:nvSpPr>
          <p:spPr>
            <a:xfrm>
              <a:off x="1540592" y="116952"/>
              <a:ext cx="30568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O" sz="18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Futura Std Book" panose="020B0502020204020303" charset="0"/>
                  <a:ea typeface="+mn-ea"/>
                  <a:cs typeface="+mn-cs"/>
                </a:rPr>
                <a:t>DEBILIDADES</a:t>
              </a:r>
            </a:p>
          </p:txBody>
        </p: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82EB9025-7586-7C0D-D75F-1514A0BDCF4E}"/>
                </a:ext>
              </a:extLst>
            </p:cNvPr>
            <p:cNvCxnSpPr>
              <a:cxnSpLocks/>
            </p:cNvCxnSpPr>
            <p:nvPr/>
          </p:nvCxnSpPr>
          <p:spPr>
            <a:xfrm>
              <a:off x="1642191" y="454220"/>
              <a:ext cx="1082458" cy="0"/>
            </a:xfrm>
            <a:prstGeom prst="line">
              <a:avLst/>
            </a:prstGeom>
            <a:ln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2" name="Graphic 35">
              <a:extLst>
                <a:ext uri="{FF2B5EF4-FFF2-40B4-BE49-F238E27FC236}">
                  <a16:creationId xmlns:a16="http://schemas.microsoft.com/office/drawing/2014/main" id="{06EC502B-B20C-7B71-EE8A-EDFF279C15C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b="20504"/>
            <a:stretch/>
          </p:blipFill>
          <p:spPr>
            <a:xfrm>
              <a:off x="638583" y="22546"/>
              <a:ext cx="529659" cy="526325"/>
            </a:xfrm>
            <a:prstGeom prst="rect">
              <a:avLst/>
            </a:prstGeom>
          </p:spPr>
        </p:pic>
        <p:pic>
          <p:nvPicPr>
            <p:cNvPr id="43" name="Graphic 33">
              <a:extLst>
                <a:ext uri="{FF2B5EF4-FFF2-40B4-BE49-F238E27FC236}">
                  <a16:creationId xmlns:a16="http://schemas.microsoft.com/office/drawing/2014/main" id="{5975D828-A2D0-CCC5-7661-B01FB14438A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b="21567"/>
            <a:stretch/>
          </p:blipFill>
          <p:spPr>
            <a:xfrm>
              <a:off x="6186753" y="8699"/>
              <a:ext cx="533057" cy="522615"/>
            </a:xfrm>
            <a:prstGeom prst="rect">
              <a:avLst/>
            </a:prstGeom>
          </p:spPr>
        </p:pic>
        <p:sp>
          <p:nvSpPr>
            <p:cNvPr id="44" name="CuadroTexto 43">
              <a:extLst>
                <a:ext uri="{FF2B5EF4-FFF2-40B4-BE49-F238E27FC236}">
                  <a16:creationId xmlns:a16="http://schemas.microsoft.com/office/drawing/2014/main" id="{5A618E12-5FB8-3FD4-C1B7-7343605B3825}"/>
                </a:ext>
              </a:extLst>
            </p:cNvPr>
            <p:cNvSpPr txBox="1"/>
            <p:nvPr/>
          </p:nvSpPr>
          <p:spPr>
            <a:xfrm>
              <a:off x="7135058" y="116952"/>
              <a:ext cx="30568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O" sz="18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Futura Std Book" panose="020B0502020204020303" pitchFamily="34" charset="77"/>
                  <a:ea typeface="+mn-ea"/>
                  <a:cs typeface="+mn-cs"/>
                </a:rPr>
                <a:t>OPORTUNIDADES</a:t>
              </a:r>
            </a:p>
          </p:txBody>
        </p:sp>
        <p:cxnSp>
          <p:nvCxnSpPr>
            <p:cNvPr id="45" name="Conector recto 44">
              <a:extLst>
                <a:ext uri="{FF2B5EF4-FFF2-40B4-BE49-F238E27FC236}">
                  <a16:creationId xmlns:a16="http://schemas.microsoft.com/office/drawing/2014/main" id="{F0BEDE52-3A7E-319C-3522-DA47A60FCA88}"/>
                </a:ext>
              </a:extLst>
            </p:cNvPr>
            <p:cNvCxnSpPr>
              <a:cxnSpLocks/>
            </p:cNvCxnSpPr>
            <p:nvPr/>
          </p:nvCxnSpPr>
          <p:spPr>
            <a:xfrm>
              <a:off x="7236657" y="454220"/>
              <a:ext cx="1832528" cy="0"/>
            </a:xfrm>
            <a:prstGeom prst="line">
              <a:avLst/>
            </a:prstGeom>
            <a:ln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ectángulo 47">
              <a:extLst>
                <a:ext uri="{FF2B5EF4-FFF2-40B4-BE49-F238E27FC236}">
                  <a16:creationId xmlns:a16="http://schemas.microsoft.com/office/drawing/2014/main" id="{29D67AD7-4045-72C9-07B5-33E27F77F9D9}"/>
                </a:ext>
              </a:extLst>
            </p:cNvPr>
            <p:cNvSpPr/>
            <p:nvPr/>
          </p:nvSpPr>
          <p:spPr>
            <a:xfrm>
              <a:off x="5843388" y="3407674"/>
              <a:ext cx="3932379" cy="537482"/>
            </a:xfrm>
            <a:prstGeom prst="rect">
              <a:avLst/>
            </a:prstGeom>
            <a:solidFill>
              <a:schemeClr val="bg1">
                <a:alpha val="49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Std Book" panose="020B0502020204020303" pitchFamily="34" charset="77"/>
                <a:ea typeface="+mn-ea"/>
                <a:cs typeface="+mn-cs"/>
              </a:endParaRPr>
            </a:p>
          </p:txBody>
        </p:sp>
        <p:sp>
          <p:nvSpPr>
            <p:cNvPr id="49" name="Rectángulo 48">
              <a:extLst>
                <a:ext uri="{FF2B5EF4-FFF2-40B4-BE49-F238E27FC236}">
                  <a16:creationId xmlns:a16="http://schemas.microsoft.com/office/drawing/2014/main" id="{66B9B8B2-58B1-BC63-082C-158D0C79713C}"/>
                </a:ext>
              </a:extLst>
            </p:cNvPr>
            <p:cNvSpPr/>
            <p:nvPr/>
          </p:nvSpPr>
          <p:spPr>
            <a:xfrm>
              <a:off x="271550" y="3407674"/>
              <a:ext cx="3427614" cy="537482"/>
            </a:xfrm>
            <a:prstGeom prst="rect">
              <a:avLst/>
            </a:prstGeom>
            <a:solidFill>
              <a:schemeClr val="bg1">
                <a:alpha val="49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Std Book" panose="020B0502020204020303" pitchFamily="34" charset="77"/>
                <a:ea typeface="+mn-ea"/>
                <a:cs typeface="+mn-cs"/>
              </a:endParaRPr>
            </a:p>
          </p:txBody>
        </p:sp>
        <p:sp>
          <p:nvSpPr>
            <p:cNvPr id="50" name="CuadroTexto 49">
              <a:extLst>
                <a:ext uri="{FF2B5EF4-FFF2-40B4-BE49-F238E27FC236}">
                  <a16:creationId xmlns:a16="http://schemas.microsoft.com/office/drawing/2014/main" id="{3861335E-2915-922D-5496-787308C2A543}"/>
                </a:ext>
              </a:extLst>
            </p:cNvPr>
            <p:cNvSpPr txBox="1"/>
            <p:nvPr/>
          </p:nvSpPr>
          <p:spPr>
            <a:xfrm>
              <a:off x="1540592" y="3519159"/>
              <a:ext cx="30568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O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Book" panose="020B0502020204020303" pitchFamily="34" charset="77"/>
                  <a:ea typeface="+mn-ea"/>
                  <a:cs typeface="+mn-cs"/>
                </a:rPr>
                <a:t>FORTALEZAS</a:t>
              </a:r>
            </a:p>
          </p:txBody>
        </p:sp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D2C1C69E-328F-2E27-C6C1-97F0EEB5B084}"/>
                </a:ext>
              </a:extLst>
            </p:cNvPr>
            <p:cNvCxnSpPr>
              <a:cxnSpLocks/>
            </p:cNvCxnSpPr>
            <p:nvPr/>
          </p:nvCxnSpPr>
          <p:spPr>
            <a:xfrm>
              <a:off x="1642191" y="3856427"/>
              <a:ext cx="1082458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CuadroTexto 53">
              <a:extLst>
                <a:ext uri="{FF2B5EF4-FFF2-40B4-BE49-F238E27FC236}">
                  <a16:creationId xmlns:a16="http://schemas.microsoft.com/office/drawing/2014/main" id="{72758A37-6375-4D93-E787-7F76CB57EE3C}"/>
                </a:ext>
              </a:extLst>
            </p:cNvPr>
            <p:cNvSpPr txBox="1"/>
            <p:nvPr/>
          </p:nvSpPr>
          <p:spPr>
            <a:xfrm>
              <a:off x="7135058" y="3519159"/>
              <a:ext cx="30568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O" sz="18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Futura Std Book" panose="020B0502020204020303" pitchFamily="34" charset="77"/>
                  <a:ea typeface="+mn-ea"/>
                  <a:cs typeface="+mn-cs"/>
                </a:rPr>
                <a:t>AMENAZAS</a:t>
              </a:r>
            </a:p>
          </p:txBody>
        </p:sp>
        <p:cxnSp>
          <p:nvCxnSpPr>
            <p:cNvPr id="55" name="Conector recto 54">
              <a:extLst>
                <a:ext uri="{FF2B5EF4-FFF2-40B4-BE49-F238E27FC236}">
                  <a16:creationId xmlns:a16="http://schemas.microsoft.com/office/drawing/2014/main" id="{442E2C13-2B85-00DD-0EAA-7CC041E483E3}"/>
                </a:ext>
              </a:extLst>
            </p:cNvPr>
            <p:cNvCxnSpPr>
              <a:cxnSpLocks/>
            </p:cNvCxnSpPr>
            <p:nvPr/>
          </p:nvCxnSpPr>
          <p:spPr>
            <a:xfrm>
              <a:off x="7236657" y="3856427"/>
              <a:ext cx="1832528" cy="0"/>
            </a:xfrm>
            <a:prstGeom prst="line">
              <a:avLst/>
            </a:prstGeom>
            <a:ln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7" name="Graphic 37">
              <a:extLst>
                <a:ext uri="{FF2B5EF4-FFF2-40B4-BE49-F238E27FC236}">
                  <a16:creationId xmlns:a16="http://schemas.microsoft.com/office/drawing/2014/main" id="{001EBFDC-6A9E-CB35-A681-84B4B62F744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3084" b="24233"/>
            <a:stretch/>
          </p:blipFill>
          <p:spPr>
            <a:xfrm>
              <a:off x="624951" y="3436096"/>
              <a:ext cx="497943" cy="452395"/>
            </a:xfrm>
            <a:prstGeom prst="rect">
              <a:avLst/>
            </a:prstGeom>
          </p:spPr>
        </p:pic>
        <p:pic>
          <p:nvPicPr>
            <p:cNvPr id="58" name="Graphic 39">
              <a:extLst>
                <a:ext uri="{FF2B5EF4-FFF2-40B4-BE49-F238E27FC236}">
                  <a16:creationId xmlns:a16="http://schemas.microsoft.com/office/drawing/2014/main" id="{6FCAC028-E0FB-80CC-9353-6F8E3989E82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b="16866"/>
            <a:stretch/>
          </p:blipFill>
          <p:spPr>
            <a:xfrm>
              <a:off x="6188020" y="3418819"/>
              <a:ext cx="509976" cy="529956"/>
            </a:xfrm>
            <a:prstGeom prst="rect">
              <a:avLst/>
            </a:prstGeom>
          </p:spPr>
        </p:pic>
      </p:grp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B08D4F0-8C50-B053-8AC7-3EF7007135D0}"/>
              </a:ext>
            </a:extLst>
          </p:cNvPr>
          <p:cNvCxnSpPr>
            <a:cxnSpLocks/>
          </p:cNvCxnSpPr>
          <p:nvPr/>
        </p:nvCxnSpPr>
        <p:spPr>
          <a:xfrm>
            <a:off x="282159" y="755931"/>
            <a:ext cx="5374432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ángulo: esquinas redondeadas 3">
            <a:extLst>
              <a:ext uri="{FF2B5EF4-FFF2-40B4-BE49-F238E27FC236}">
                <a16:creationId xmlns:a16="http://schemas.microsoft.com/office/drawing/2014/main" id="{D1840287-498B-3522-A4DB-0D7ED28FEE70}"/>
              </a:ext>
            </a:extLst>
          </p:cNvPr>
          <p:cNvSpPr/>
          <p:nvPr/>
        </p:nvSpPr>
        <p:spPr>
          <a:xfrm>
            <a:off x="6089803" y="1241120"/>
            <a:ext cx="5954449" cy="231402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Futura Std Book"/>
              <a:ea typeface="+mn-ea"/>
              <a:cs typeface="Calibri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utura Std Book"/>
                <a:ea typeface="+mn-ea"/>
                <a:cs typeface="Calibri"/>
              </a:rPr>
              <a:t>{{OPO_BASE_1}}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utura Std Book"/>
                <a:ea typeface="+mn-ea"/>
                <a:cs typeface="Calibri"/>
              </a:rPr>
              <a:t>{{OPO_BASE_2}}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utura Std Book"/>
                <a:ea typeface="+mn-ea"/>
                <a:cs typeface="Calibri"/>
              </a:rPr>
              <a:t>{{OPO_BASE_3}}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utura Std Book"/>
                <a:ea typeface="+mn-ea"/>
                <a:cs typeface="Calibri"/>
              </a:rPr>
              <a:t>{{OPO_BASE_4}}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utura Std Book"/>
                <a:ea typeface="+mn-ea"/>
                <a:cs typeface="Calibri"/>
              </a:rPr>
              <a:t>{{OPO_BASE_5}}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utura Std Book"/>
                <a:ea typeface="+mn-ea"/>
                <a:cs typeface="Calibri"/>
              </a:rPr>
              <a:t>{{OPO_BASE_6}}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utura Std Book"/>
                <a:ea typeface="+mn-ea"/>
                <a:cs typeface="Calibri"/>
              </a:rPr>
              <a:t>{{OPO_BASE_7}}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utura Std Book"/>
                <a:ea typeface="+mn-ea"/>
                <a:cs typeface="Calibri"/>
              </a:rPr>
              <a:t>{{OPO_BASE_8}}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utura Std Book"/>
                <a:ea typeface="+mn-ea"/>
                <a:cs typeface="Calibri"/>
              </a:rPr>
              <a:t>{{OPO_BASE_9}}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utura Std Book"/>
                <a:ea typeface="+mn-ea"/>
                <a:cs typeface="Calibri"/>
              </a:rPr>
              <a:t>{{OPO_BASE_10}}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utura Std Book"/>
              <a:ea typeface="+mn-ea"/>
              <a:cs typeface="Calibri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utura Std Book"/>
              <a:ea typeface="+mn-ea"/>
              <a:cs typeface="Calibri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1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Futura Std Book"/>
              <a:ea typeface="+mn-ea"/>
              <a:cs typeface="+mn-cs"/>
            </a:endParaRPr>
          </a:p>
        </p:txBody>
      </p:sp>
      <p:sp>
        <p:nvSpPr>
          <p:cNvPr id="11" name="Rectángulo: esquinas redondeadas 3">
            <a:extLst>
              <a:ext uri="{FF2B5EF4-FFF2-40B4-BE49-F238E27FC236}">
                <a16:creationId xmlns:a16="http://schemas.microsoft.com/office/drawing/2014/main" id="{A422ED94-3B00-A923-BD2D-D9BDFCACD89B}"/>
              </a:ext>
            </a:extLst>
          </p:cNvPr>
          <p:cNvSpPr/>
          <p:nvPr/>
        </p:nvSpPr>
        <p:spPr>
          <a:xfrm>
            <a:off x="264297" y="4450521"/>
            <a:ext cx="5202406" cy="240603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s-MX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Std Book"/>
                <a:ea typeface="+mn-ea"/>
                <a:cs typeface="Calibri"/>
              </a:rPr>
              <a:t>{{FOR_BASE_1}}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s-MX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Std Book"/>
                <a:ea typeface="+mn-ea"/>
                <a:cs typeface="Calibri"/>
              </a:rPr>
              <a:t>{{FOR_BASE_2}}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s-MX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Std Book"/>
                <a:ea typeface="+mn-ea"/>
                <a:cs typeface="Calibri"/>
              </a:rPr>
              <a:t>{{FOR_BASE_3}}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s-MX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Std Book"/>
                <a:ea typeface="+mn-ea"/>
                <a:cs typeface="Calibri"/>
              </a:rPr>
              <a:t>{{FOR_BASE_4}}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s-MX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Std Book"/>
                <a:ea typeface="+mn-ea"/>
                <a:cs typeface="Calibri"/>
              </a:rPr>
              <a:t>{{FOR_BASE_5}}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s-MX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Std Book"/>
                <a:ea typeface="+mn-ea"/>
                <a:cs typeface="Calibri"/>
              </a:rPr>
              <a:t>{{FOR_BASE_6}}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s-MX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Std Book"/>
                <a:ea typeface="+mn-ea"/>
                <a:cs typeface="Calibri"/>
              </a:rPr>
              <a:t>{{FOR_BASE_7}}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s-MX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Std Book"/>
                <a:ea typeface="+mn-ea"/>
                <a:cs typeface="Calibri"/>
              </a:rPr>
              <a:t>{{FOR_BASE_8}}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s-MX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Std Book"/>
                <a:ea typeface="+mn-ea"/>
                <a:cs typeface="Calibri"/>
              </a:rPr>
              <a:t>{{FOR_BASE_9}}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s-MX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Std Book"/>
                <a:ea typeface="+mn-ea"/>
                <a:cs typeface="Calibri"/>
              </a:rPr>
              <a:t>{{FOR_BASE_10}}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s-MX" sz="11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utura Std Book"/>
              <a:ea typeface="+mn-ea"/>
              <a:cs typeface="Calibri"/>
            </a:endParaRPr>
          </a:p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s-MX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utura Std Book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ptos Display" panose="02110004020202020204"/>
              <a:buNone/>
              <a:tabLst/>
              <a:defRPr/>
            </a:pPr>
            <a:endParaRPr kumimoji="0" lang="es-MX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utura Std Book"/>
              <a:ea typeface="+mn-ea"/>
              <a:cs typeface="+mn-cs"/>
            </a:endParaRPr>
          </a:p>
        </p:txBody>
      </p:sp>
      <p:sp>
        <p:nvSpPr>
          <p:cNvPr id="12" name="Rectángulo: esquinas redondeadas 3">
            <a:extLst>
              <a:ext uri="{FF2B5EF4-FFF2-40B4-BE49-F238E27FC236}">
                <a16:creationId xmlns:a16="http://schemas.microsoft.com/office/drawing/2014/main" id="{CAFC37E6-3CCC-FD70-8CF3-D4785CE52546}"/>
              </a:ext>
            </a:extLst>
          </p:cNvPr>
          <p:cNvSpPr/>
          <p:nvPr/>
        </p:nvSpPr>
        <p:spPr>
          <a:xfrm>
            <a:off x="6098281" y="4457169"/>
            <a:ext cx="5950552" cy="222592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228600" marR="0" lvl="0" indent="-2286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s-MX" sz="11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utura Std Book"/>
                <a:ea typeface="+mn-ea"/>
                <a:cs typeface="Calibri"/>
              </a:rPr>
              <a:t>{{AME_BASE_1}}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s-MX" sz="11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utura Std Book"/>
                <a:ea typeface="+mn-ea"/>
                <a:cs typeface="Calibri"/>
              </a:rPr>
              <a:t>{{AME_BASE_2}}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s-MX" sz="11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utura Std Book"/>
                <a:ea typeface="+mn-ea"/>
                <a:cs typeface="Calibri"/>
              </a:rPr>
              <a:t>{{AME_BASE_3}}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s-MX" sz="11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utura Std Book"/>
                <a:ea typeface="+mn-ea"/>
                <a:cs typeface="Calibri"/>
              </a:rPr>
              <a:t>{{AME_BASE_4}}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s-MX" sz="11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utura Std Book"/>
                <a:ea typeface="+mn-ea"/>
                <a:cs typeface="Calibri"/>
              </a:rPr>
              <a:t>{{AME_BASE_5}}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s-MX" sz="11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utura Std Book"/>
                <a:ea typeface="+mn-ea"/>
                <a:cs typeface="Calibri"/>
              </a:rPr>
              <a:t>{{AME_BASE_6}}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s-MX" sz="11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utura Std Book"/>
                <a:ea typeface="+mn-ea"/>
                <a:cs typeface="Calibri"/>
              </a:rPr>
              <a:t>{{AME_BASE_7}}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s-MX" sz="11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utura Std Book"/>
                <a:ea typeface="+mn-ea"/>
                <a:cs typeface="Calibri"/>
              </a:rPr>
              <a:t>{{AME_BASE_8}}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s-MX" sz="11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utura Std Book"/>
                <a:ea typeface="+mn-ea"/>
                <a:cs typeface="Calibri"/>
              </a:rPr>
              <a:t>{{AME_BASE_9}}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s-MX" sz="11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utura Std Book"/>
                <a:ea typeface="+mn-ea"/>
                <a:cs typeface="Calibri"/>
              </a:rPr>
              <a:t>{{AME_BASE_10}}</a:t>
            </a:r>
          </a:p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s-MX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utura Std Book"/>
              <a:ea typeface="+mn-ea"/>
              <a:cs typeface="Calibri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1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Futura Std Book"/>
              <a:ea typeface="+mn-ea"/>
              <a:cs typeface="+mn-cs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92E836A-141A-3568-0B26-642002F57FAA}"/>
              </a:ext>
            </a:extLst>
          </p:cNvPr>
          <p:cNvSpPr txBox="1"/>
          <p:nvPr/>
        </p:nvSpPr>
        <p:spPr>
          <a:xfrm>
            <a:off x="265226" y="372756"/>
            <a:ext cx="9509459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800" b="1" i="0" u="none" strike="noStrike" kern="1200" cap="none" spc="3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utura Std Book"/>
                <a:ea typeface="+mn-ea"/>
                <a:cs typeface="+mn-cs"/>
              </a:rPr>
              <a:t>DOFA {{UNIDAD}}</a:t>
            </a:r>
          </a:p>
        </p:txBody>
      </p:sp>
    </p:spTree>
    <p:extLst>
      <p:ext uri="{BB962C8B-B14F-4D97-AF65-F5344CB8AC3E}">
        <p14:creationId xmlns:p14="http://schemas.microsoft.com/office/powerpoint/2010/main" val="4074669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63EF6-D88D-7B00-6F5E-35EF33503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019DA5C8-BA27-8552-95CD-D1199285EDAF}"/>
              </a:ext>
            </a:extLst>
          </p:cNvPr>
          <p:cNvCxnSpPr>
            <a:cxnSpLocks/>
          </p:cNvCxnSpPr>
          <p:nvPr/>
        </p:nvCxnSpPr>
        <p:spPr>
          <a:xfrm>
            <a:off x="1009740" y="1533287"/>
            <a:ext cx="0" cy="696868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8AD7408E-444E-304F-D460-3A7876FC65A5}"/>
              </a:ext>
            </a:extLst>
          </p:cNvPr>
          <p:cNvCxnSpPr>
            <a:cxnSpLocks/>
          </p:cNvCxnSpPr>
          <p:nvPr/>
        </p:nvCxnSpPr>
        <p:spPr>
          <a:xfrm>
            <a:off x="1009740" y="2422647"/>
            <a:ext cx="0" cy="899682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cto 58">
            <a:extLst>
              <a:ext uri="{FF2B5EF4-FFF2-40B4-BE49-F238E27FC236}">
                <a16:creationId xmlns:a16="http://schemas.microsoft.com/office/drawing/2014/main" id="{73B81F90-B3A5-E806-DD6E-8E7F9FED0DA8}"/>
              </a:ext>
            </a:extLst>
          </p:cNvPr>
          <p:cNvCxnSpPr>
            <a:cxnSpLocks/>
          </p:cNvCxnSpPr>
          <p:nvPr/>
        </p:nvCxnSpPr>
        <p:spPr>
          <a:xfrm>
            <a:off x="1009740" y="4454038"/>
            <a:ext cx="0" cy="79200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5A075DBC-B809-4848-0002-28D5A501336B}"/>
              </a:ext>
            </a:extLst>
          </p:cNvPr>
          <p:cNvCxnSpPr>
            <a:cxnSpLocks/>
          </p:cNvCxnSpPr>
          <p:nvPr/>
        </p:nvCxnSpPr>
        <p:spPr>
          <a:xfrm>
            <a:off x="1009740" y="3486237"/>
            <a:ext cx="0" cy="79200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314F6A3C-A3D8-5602-1653-B5BB29AFD49E}"/>
              </a:ext>
            </a:extLst>
          </p:cNvPr>
          <p:cNvCxnSpPr>
            <a:cxnSpLocks/>
          </p:cNvCxnSpPr>
          <p:nvPr/>
        </p:nvCxnSpPr>
        <p:spPr>
          <a:xfrm>
            <a:off x="1009740" y="5495021"/>
            <a:ext cx="0" cy="59396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Gráfico 19">
            <a:extLst>
              <a:ext uri="{FF2B5EF4-FFF2-40B4-BE49-F238E27FC236}">
                <a16:creationId xmlns:a16="http://schemas.microsoft.com/office/drawing/2014/main" id="{09F9A5F6-07D3-D750-2907-53C2A8E6D104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846" b="19212"/>
          <a:stretch/>
        </p:blipFill>
        <p:spPr>
          <a:xfrm>
            <a:off x="292129" y="1642784"/>
            <a:ext cx="497664" cy="530714"/>
          </a:xfrm>
          <a:prstGeom prst="rect">
            <a:avLst/>
          </a:prstGeom>
        </p:spPr>
      </p:pic>
      <p:pic>
        <p:nvPicPr>
          <p:cNvPr id="21" name="Gráfico 20">
            <a:extLst>
              <a:ext uri="{FF2B5EF4-FFF2-40B4-BE49-F238E27FC236}">
                <a16:creationId xmlns:a16="http://schemas.microsoft.com/office/drawing/2014/main" id="{9B5E1983-1028-D2B1-499A-5BCE27694A22}"/>
              </a:ext>
            </a:extLst>
          </p:cNvPr>
          <p:cNvPicPr>
            <a:picLocks noChangeAspect="1"/>
          </p:cNvPicPr>
          <p:nvPr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b="20000"/>
          <a:stretch/>
        </p:blipFill>
        <p:spPr>
          <a:xfrm>
            <a:off x="261401" y="2670133"/>
            <a:ext cx="600797" cy="480638"/>
          </a:xfrm>
          <a:prstGeom prst="rect">
            <a:avLst/>
          </a:prstGeom>
        </p:spPr>
      </p:pic>
      <p:pic>
        <p:nvPicPr>
          <p:cNvPr id="22" name="Gráfico 21">
            <a:extLst>
              <a:ext uri="{FF2B5EF4-FFF2-40B4-BE49-F238E27FC236}">
                <a16:creationId xmlns:a16="http://schemas.microsoft.com/office/drawing/2014/main" id="{84E4D276-9976-E34D-162C-6051A9F93831}"/>
              </a:ext>
            </a:extLst>
          </p:cNvPr>
          <p:cNvPicPr>
            <a:picLocks noChangeAspect="1"/>
          </p:cNvPicPr>
          <p:nvPr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b="19675"/>
          <a:stretch/>
        </p:blipFill>
        <p:spPr>
          <a:xfrm>
            <a:off x="321325" y="3697445"/>
            <a:ext cx="459156" cy="461021"/>
          </a:xfrm>
          <a:prstGeom prst="rect">
            <a:avLst/>
          </a:prstGeom>
        </p:spPr>
      </p:pic>
      <p:pic>
        <p:nvPicPr>
          <p:cNvPr id="24" name="Gráfico 23">
            <a:extLst>
              <a:ext uri="{FF2B5EF4-FFF2-40B4-BE49-F238E27FC236}">
                <a16:creationId xmlns:a16="http://schemas.microsoft.com/office/drawing/2014/main" id="{CD59799E-E784-232A-BE14-1BD1F6DAFEA4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b="14131"/>
          <a:stretch/>
        </p:blipFill>
        <p:spPr>
          <a:xfrm>
            <a:off x="321325" y="4713347"/>
            <a:ext cx="474598" cy="509414"/>
          </a:xfrm>
          <a:prstGeom prst="rect">
            <a:avLst/>
          </a:prstGeom>
        </p:spPr>
      </p:pic>
      <p:pic>
        <p:nvPicPr>
          <p:cNvPr id="27" name="Gráfico 26">
            <a:extLst>
              <a:ext uri="{FF2B5EF4-FFF2-40B4-BE49-F238E27FC236}">
                <a16:creationId xmlns:a16="http://schemas.microsoft.com/office/drawing/2014/main" id="{2D33DCCF-E77D-7694-05BC-96EA1AA2E674}"/>
              </a:ext>
            </a:extLst>
          </p:cNvPr>
          <p:cNvPicPr>
            <a:picLocks noChangeAspect="1"/>
          </p:cNvPicPr>
          <p:nvPr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b="18571"/>
          <a:stretch/>
        </p:blipFill>
        <p:spPr>
          <a:xfrm>
            <a:off x="233337" y="5553036"/>
            <a:ext cx="640172" cy="521286"/>
          </a:xfrm>
          <a:prstGeom prst="rect">
            <a:avLst/>
          </a:prstGeom>
        </p:spPr>
      </p:pic>
      <p:sp>
        <p:nvSpPr>
          <p:cNvPr id="6" name="Text Box 3">
            <a:extLst>
              <a:ext uri="{FF2B5EF4-FFF2-40B4-BE49-F238E27FC236}">
                <a16:creationId xmlns:a16="http://schemas.microsoft.com/office/drawing/2014/main" id="{2A5235C5-3214-933C-2F16-166DB0085009}"/>
              </a:ext>
            </a:extLst>
          </p:cNvPr>
          <p:cNvSpPr txBox="1">
            <a:spLocks/>
          </p:cNvSpPr>
          <p:nvPr/>
        </p:nvSpPr>
        <p:spPr bwMode="auto">
          <a:xfrm>
            <a:off x="97220" y="473861"/>
            <a:ext cx="8030779" cy="465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/>
                <a:cs typeface="Century Gothic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32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utura Std Book" panose="020B0502020204020303" pitchFamily="34" charset="77"/>
                <a:ea typeface="+mn-ea"/>
              </a:rPr>
              <a:t>TENDENCIAS GENERALES — {{UNIDAD}}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528F5744-0E52-3939-3C30-6A0317D4BFB5}"/>
              </a:ext>
            </a:extLst>
          </p:cNvPr>
          <p:cNvCxnSpPr>
            <a:cxnSpLocks/>
          </p:cNvCxnSpPr>
          <p:nvPr/>
        </p:nvCxnSpPr>
        <p:spPr>
          <a:xfrm>
            <a:off x="191768" y="939630"/>
            <a:ext cx="5904232" cy="0"/>
          </a:xfrm>
          <a:prstGeom prst="line">
            <a:avLst/>
          </a:prstGeom>
          <a:ln w="952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4">
            <a:extLst>
              <a:ext uri="{FF2B5EF4-FFF2-40B4-BE49-F238E27FC236}">
                <a16:creationId xmlns:a16="http://schemas.microsoft.com/office/drawing/2014/main" id="{AB2E41CE-392E-929F-5DEC-26C9C2AC956F}"/>
              </a:ext>
            </a:extLst>
          </p:cNvPr>
          <p:cNvSpPr txBox="1"/>
          <p:nvPr/>
        </p:nvSpPr>
        <p:spPr>
          <a:xfrm>
            <a:off x="97220" y="104561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dirty="0">
                <a:solidFill>
                  <a:srgbClr val="993333"/>
                </a:solidFill>
                <a:latin typeface="Calibri"/>
              </a:rPr>
              <a:t>Se </a:t>
            </a:r>
            <a:r>
              <a:rPr sz="900" b="0" dirty="0" err="1">
                <a:solidFill>
                  <a:srgbClr val="993333"/>
                </a:solidFill>
                <a:latin typeface="Calibri"/>
              </a:rPr>
              <a:t>actualiza</a:t>
            </a:r>
            <a:r>
              <a:rPr sz="900" b="0" dirty="0">
                <a:solidFill>
                  <a:srgbClr val="993333"/>
                </a:solidFill>
                <a:latin typeface="Calibri"/>
              </a:rPr>
              <a:t> y se da </a:t>
            </a:r>
            <a:r>
              <a:rPr sz="900" b="0" dirty="0" err="1">
                <a:solidFill>
                  <a:srgbClr val="993333"/>
                </a:solidFill>
                <a:latin typeface="Calibri"/>
              </a:rPr>
              <a:t>visibilidad</a:t>
            </a:r>
            <a:r>
              <a:rPr sz="900" b="0" dirty="0">
                <a:solidFill>
                  <a:srgbClr val="993333"/>
                </a:solidFill>
                <a:latin typeface="Calibri"/>
              </a:rPr>
              <a:t> de los </a:t>
            </a:r>
            <a:r>
              <a:rPr sz="900" b="0" dirty="0" err="1">
                <a:solidFill>
                  <a:srgbClr val="993333"/>
                </a:solidFill>
                <a:latin typeface="Calibri"/>
              </a:rPr>
              <a:t>cambios</a:t>
            </a:r>
            <a:r>
              <a:rPr sz="900" b="0" dirty="0">
                <a:solidFill>
                  <a:srgbClr val="993333"/>
                </a:solidFill>
                <a:latin typeface="Calibri"/>
              </a:rPr>
              <a:t>: en rojo lo </a:t>
            </a:r>
            <a:r>
              <a:rPr sz="900" b="0" dirty="0" err="1">
                <a:solidFill>
                  <a:srgbClr val="993333"/>
                </a:solidFill>
                <a:latin typeface="Calibri"/>
              </a:rPr>
              <a:t>que</a:t>
            </a:r>
            <a:r>
              <a:rPr sz="900" b="0" dirty="0">
                <a:solidFill>
                  <a:srgbClr val="993333"/>
                </a:solidFill>
                <a:latin typeface="Calibri"/>
              </a:rPr>
              <a:t> se </a:t>
            </a:r>
            <a:r>
              <a:rPr sz="900" b="0" dirty="0" err="1">
                <a:solidFill>
                  <a:srgbClr val="993333"/>
                </a:solidFill>
                <a:latin typeface="Calibri"/>
              </a:rPr>
              <a:t>elimina</a:t>
            </a:r>
            <a:r>
              <a:rPr sz="900" b="0" dirty="0">
                <a:solidFill>
                  <a:srgbClr val="993333"/>
                </a:solidFill>
                <a:latin typeface="Calibri"/>
              </a:rPr>
              <a:t> y </a:t>
            </a:r>
            <a:r>
              <a:rPr sz="900" b="0" dirty="0" err="1">
                <a:solidFill>
                  <a:srgbClr val="993333"/>
                </a:solidFill>
                <a:latin typeface="Calibri"/>
              </a:rPr>
              <a:t>resaltado</a:t>
            </a:r>
            <a:r>
              <a:rPr sz="900" b="0" dirty="0">
                <a:solidFill>
                  <a:srgbClr val="993333"/>
                </a:solidFill>
                <a:latin typeface="Calibri"/>
              </a:rPr>
              <a:t> en </a:t>
            </a:r>
            <a:r>
              <a:rPr sz="900" b="0" dirty="0" err="1">
                <a:solidFill>
                  <a:srgbClr val="993333"/>
                </a:solidFill>
                <a:latin typeface="Calibri"/>
              </a:rPr>
              <a:t>amarillo</a:t>
            </a:r>
            <a:r>
              <a:rPr sz="900" b="0" dirty="0">
                <a:solidFill>
                  <a:srgbClr val="993333"/>
                </a:solidFill>
                <a:latin typeface="Calibri"/>
              </a:rPr>
              <a:t> lo nuevo.</a:t>
            </a: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BE838AAE-DC66-449D-10AD-AA89E5AD2834}"/>
              </a:ext>
            </a:extLst>
          </p:cNvPr>
          <p:cNvSpPr txBox="1"/>
          <p:nvPr/>
        </p:nvSpPr>
        <p:spPr>
          <a:xfrm>
            <a:off x="1102768" y="153341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6DA4"/>
                </a:solidFill>
                <a:latin typeface="Calibri"/>
              </a:rPr>
              <a:t>1</a:t>
            </a: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B601E17D-73A2-CF5E-D97B-380A10D6AE1A}"/>
              </a:ext>
            </a:extLst>
          </p:cNvPr>
          <p:cNvSpPr txBox="1"/>
          <p:nvPr/>
        </p:nvSpPr>
        <p:spPr>
          <a:xfrm>
            <a:off x="1651408" y="153341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Calibri"/>
              </a:rPr>
              <a:t>{{TEND_1}}</a:t>
            </a:r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A64F88F2-608D-9ED9-5408-32F9BEC9A97A}"/>
              </a:ext>
            </a:extLst>
          </p:cNvPr>
          <p:cNvSpPr txBox="1"/>
          <p:nvPr/>
        </p:nvSpPr>
        <p:spPr>
          <a:xfrm>
            <a:off x="1102768" y="226493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6DA4"/>
                </a:solidFill>
                <a:latin typeface="Calibri"/>
              </a:rPr>
              <a:t>2</a:t>
            </a:r>
          </a:p>
        </p:txBody>
      </p:sp>
      <p:sp>
        <p:nvSpPr>
          <p:cNvPr id="15" name="TextBox 8">
            <a:extLst>
              <a:ext uri="{FF2B5EF4-FFF2-40B4-BE49-F238E27FC236}">
                <a16:creationId xmlns:a16="http://schemas.microsoft.com/office/drawing/2014/main" id="{6A7AE214-FF9C-79BC-BD25-5682ED707B1C}"/>
              </a:ext>
            </a:extLst>
          </p:cNvPr>
          <p:cNvSpPr txBox="1"/>
          <p:nvPr/>
        </p:nvSpPr>
        <p:spPr>
          <a:xfrm>
            <a:off x="1651408" y="226493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dirty="0">
                <a:solidFill>
                  <a:srgbClr val="333333"/>
                </a:solidFill>
                <a:latin typeface="Calibri"/>
              </a:rPr>
              <a:t>{{TEND_2}}</a:t>
            </a:r>
          </a:p>
        </p:txBody>
      </p:sp>
      <p:sp>
        <p:nvSpPr>
          <p:cNvPr id="16" name="TextBox 9">
            <a:extLst>
              <a:ext uri="{FF2B5EF4-FFF2-40B4-BE49-F238E27FC236}">
                <a16:creationId xmlns:a16="http://schemas.microsoft.com/office/drawing/2014/main" id="{D241767B-E310-91F9-D267-81CC7319559E}"/>
              </a:ext>
            </a:extLst>
          </p:cNvPr>
          <p:cNvSpPr txBox="1"/>
          <p:nvPr/>
        </p:nvSpPr>
        <p:spPr>
          <a:xfrm>
            <a:off x="1102768" y="299645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6DA4"/>
                </a:solidFill>
                <a:latin typeface="Calibri"/>
              </a:rPr>
              <a:t>3</a:t>
            </a:r>
          </a:p>
        </p:txBody>
      </p:sp>
      <p:sp>
        <p:nvSpPr>
          <p:cNvPr id="23" name="TextBox 10">
            <a:extLst>
              <a:ext uri="{FF2B5EF4-FFF2-40B4-BE49-F238E27FC236}">
                <a16:creationId xmlns:a16="http://schemas.microsoft.com/office/drawing/2014/main" id="{C10C6890-5956-71B0-28B2-52CF5BD7F0CE}"/>
              </a:ext>
            </a:extLst>
          </p:cNvPr>
          <p:cNvSpPr txBox="1"/>
          <p:nvPr/>
        </p:nvSpPr>
        <p:spPr>
          <a:xfrm>
            <a:off x="1651408" y="299645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Calibri"/>
              </a:rPr>
              <a:t>{{TEND_3}}</a:t>
            </a:r>
          </a:p>
        </p:txBody>
      </p:sp>
      <p:sp>
        <p:nvSpPr>
          <p:cNvPr id="25" name="TextBox 11">
            <a:extLst>
              <a:ext uri="{FF2B5EF4-FFF2-40B4-BE49-F238E27FC236}">
                <a16:creationId xmlns:a16="http://schemas.microsoft.com/office/drawing/2014/main" id="{455F2F2E-CE90-8268-E661-D9849D829553}"/>
              </a:ext>
            </a:extLst>
          </p:cNvPr>
          <p:cNvSpPr txBox="1"/>
          <p:nvPr/>
        </p:nvSpPr>
        <p:spPr>
          <a:xfrm>
            <a:off x="1102768" y="372797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6DA4"/>
                </a:solidFill>
                <a:latin typeface="Calibri"/>
              </a:rPr>
              <a:t>4</a:t>
            </a:r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2259063F-7AAA-51DA-7EB9-E46AD2AB83E9}"/>
              </a:ext>
            </a:extLst>
          </p:cNvPr>
          <p:cNvSpPr txBox="1"/>
          <p:nvPr/>
        </p:nvSpPr>
        <p:spPr>
          <a:xfrm>
            <a:off x="1651408" y="372797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Calibri"/>
              </a:rPr>
              <a:t>{{TEND_4}}</a:t>
            </a:r>
          </a:p>
        </p:txBody>
      </p:sp>
      <p:sp>
        <p:nvSpPr>
          <p:cNvPr id="29" name="TextBox 13">
            <a:extLst>
              <a:ext uri="{FF2B5EF4-FFF2-40B4-BE49-F238E27FC236}">
                <a16:creationId xmlns:a16="http://schemas.microsoft.com/office/drawing/2014/main" id="{05552188-0E2D-45B9-6454-394370831284}"/>
              </a:ext>
            </a:extLst>
          </p:cNvPr>
          <p:cNvSpPr txBox="1"/>
          <p:nvPr/>
        </p:nvSpPr>
        <p:spPr>
          <a:xfrm>
            <a:off x="1102768" y="445949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6DA4"/>
                </a:solidFill>
                <a:latin typeface="Calibri"/>
              </a:rPr>
              <a:t>5</a:t>
            </a:r>
          </a:p>
        </p:txBody>
      </p:sp>
      <p:sp>
        <p:nvSpPr>
          <p:cNvPr id="30" name="TextBox 14">
            <a:extLst>
              <a:ext uri="{FF2B5EF4-FFF2-40B4-BE49-F238E27FC236}">
                <a16:creationId xmlns:a16="http://schemas.microsoft.com/office/drawing/2014/main" id="{117B9F69-A705-9E30-21BE-31F1C6118C76}"/>
              </a:ext>
            </a:extLst>
          </p:cNvPr>
          <p:cNvSpPr txBox="1"/>
          <p:nvPr/>
        </p:nvSpPr>
        <p:spPr>
          <a:xfrm>
            <a:off x="1651408" y="445949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Calibri"/>
              </a:rPr>
              <a:t>{{TEND_5}}</a:t>
            </a:r>
          </a:p>
        </p:txBody>
      </p:sp>
      <p:sp>
        <p:nvSpPr>
          <p:cNvPr id="31" name="TextBox 15">
            <a:extLst>
              <a:ext uri="{FF2B5EF4-FFF2-40B4-BE49-F238E27FC236}">
                <a16:creationId xmlns:a16="http://schemas.microsoft.com/office/drawing/2014/main" id="{C429C1FE-8568-58F7-0ED0-42CE1D6F3314}"/>
              </a:ext>
            </a:extLst>
          </p:cNvPr>
          <p:cNvSpPr txBox="1"/>
          <p:nvPr/>
        </p:nvSpPr>
        <p:spPr>
          <a:xfrm>
            <a:off x="1102768" y="519101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6DA4"/>
                </a:solidFill>
                <a:latin typeface="Calibri"/>
              </a:rPr>
              <a:t>6</a:t>
            </a:r>
          </a:p>
        </p:txBody>
      </p:sp>
      <p:sp>
        <p:nvSpPr>
          <p:cNvPr id="32" name="TextBox 16">
            <a:extLst>
              <a:ext uri="{FF2B5EF4-FFF2-40B4-BE49-F238E27FC236}">
                <a16:creationId xmlns:a16="http://schemas.microsoft.com/office/drawing/2014/main" id="{7BE31771-7BFD-D1AD-768F-E09D44845230}"/>
              </a:ext>
            </a:extLst>
          </p:cNvPr>
          <p:cNvSpPr txBox="1"/>
          <p:nvPr/>
        </p:nvSpPr>
        <p:spPr>
          <a:xfrm>
            <a:off x="1651408" y="519101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Calibri"/>
              </a:rPr>
              <a:t>{{TEND_6}}</a:t>
            </a:r>
          </a:p>
        </p:txBody>
      </p:sp>
      <p:sp>
        <p:nvSpPr>
          <p:cNvPr id="33" name="TextBox 17">
            <a:extLst>
              <a:ext uri="{FF2B5EF4-FFF2-40B4-BE49-F238E27FC236}">
                <a16:creationId xmlns:a16="http://schemas.microsoft.com/office/drawing/2014/main" id="{7C1382BB-3616-BCEC-9611-F92EE696DED1}"/>
              </a:ext>
            </a:extLst>
          </p:cNvPr>
          <p:cNvSpPr txBox="1"/>
          <p:nvPr/>
        </p:nvSpPr>
        <p:spPr>
          <a:xfrm>
            <a:off x="1102768" y="592253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6DA4"/>
                </a:solidFill>
                <a:latin typeface="Calibri"/>
              </a:rPr>
              <a:t>7</a:t>
            </a:r>
          </a:p>
        </p:txBody>
      </p:sp>
      <p:sp>
        <p:nvSpPr>
          <p:cNvPr id="34" name="TextBox 18">
            <a:extLst>
              <a:ext uri="{FF2B5EF4-FFF2-40B4-BE49-F238E27FC236}">
                <a16:creationId xmlns:a16="http://schemas.microsoft.com/office/drawing/2014/main" id="{CE9FEF71-6634-6EDE-93E4-65F81A4E79F4}"/>
              </a:ext>
            </a:extLst>
          </p:cNvPr>
          <p:cNvSpPr txBox="1"/>
          <p:nvPr/>
        </p:nvSpPr>
        <p:spPr>
          <a:xfrm>
            <a:off x="1651408" y="592253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Calibri"/>
              </a:rPr>
              <a:t>{{TEND_7}}</a:t>
            </a:r>
          </a:p>
        </p:txBody>
      </p:sp>
    </p:spTree>
    <p:extLst>
      <p:ext uri="{BB962C8B-B14F-4D97-AF65-F5344CB8AC3E}">
        <p14:creationId xmlns:p14="http://schemas.microsoft.com/office/powerpoint/2010/main" val="3917740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5537A-EDED-5A5B-10C8-E8832D742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3">
            <a:extLst>
              <a:ext uri="{FF2B5EF4-FFF2-40B4-BE49-F238E27FC236}">
                <a16:creationId xmlns:a16="http://schemas.microsoft.com/office/drawing/2014/main" id="{A33888ED-9484-1076-A857-D56E3A28F3B5}"/>
              </a:ext>
            </a:extLst>
          </p:cNvPr>
          <p:cNvSpPr txBox="1">
            <a:spLocks/>
          </p:cNvSpPr>
          <p:nvPr/>
        </p:nvSpPr>
        <p:spPr bwMode="auto">
          <a:xfrm>
            <a:off x="97220" y="473861"/>
            <a:ext cx="8030779" cy="465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/>
                <a:cs typeface="Century Gothic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32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utura Std Book" panose="020B0502020204020303" pitchFamily="34" charset="77"/>
                <a:ea typeface="+mn-ea"/>
              </a:rPr>
              <a:t>AVANCES A {{TRIMESTRE}}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E65C5D07-EF96-1AFB-8693-F1550F02ACB7}"/>
              </a:ext>
            </a:extLst>
          </p:cNvPr>
          <p:cNvCxnSpPr>
            <a:cxnSpLocks/>
          </p:cNvCxnSpPr>
          <p:nvPr/>
        </p:nvCxnSpPr>
        <p:spPr>
          <a:xfrm>
            <a:off x="191768" y="939630"/>
            <a:ext cx="5904232" cy="0"/>
          </a:xfrm>
          <a:prstGeom prst="line">
            <a:avLst/>
          </a:prstGeom>
          <a:ln w="952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4">
            <a:extLst>
              <a:ext uri="{FF2B5EF4-FFF2-40B4-BE49-F238E27FC236}">
                <a16:creationId xmlns:a16="http://schemas.microsoft.com/office/drawing/2014/main" id="{9C153677-A529-C449-E4A4-051071789AAF}"/>
              </a:ext>
            </a:extLst>
          </p:cNvPr>
          <p:cNvSpPr txBox="1"/>
          <p:nvPr/>
        </p:nvSpPr>
        <p:spPr>
          <a:xfrm>
            <a:off x="97220" y="108154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dirty="0">
                <a:solidFill>
                  <a:srgbClr val="2E6DA4"/>
                </a:solidFill>
                <a:latin typeface="Calibri"/>
              </a:rPr>
              <a:t>Este slide se </a:t>
            </a:r>
            <a:r>
              <a:rPr sz="1000" b="1" dirty="0" err="1">
                <a:solidFill>
                  <a:srgbClr val="2E6DA4"/>
                </a:solidFill>
                <a:latin typeface="Calibri"/>
              </a:rPr>
              <a:t>alimenta</a:t>
            </a:r>
            <a:r>
              <a:rPr sz="1000" b="1" dirty="0">
                <a:solidFill>
                  <a:srgbClr val="2E6DA4"/>
                </a:solidFill>
                <a:latin typeface="Calibri"/>
              </a:rPr>
              <a:t> de los </a:t>
            </a:r>
            <a:r>
              <a:rPr sz="1000" b="1" dirty="0" err="1">
                <a:solidFill>
                  <a:srgbClr val="2E6DA4"/>
                </a:solidFill>
                <a:latin typeface="Calibri"/>
              </a:rPr>
              <a:t>indicadores</a:t>
            </a:r>
            <a:r>
              <a:rPr sz="1000" b="1" dirty="0">
                <a:solidFill>
                  <a:srgbClr val="2E6DA4"/>
                </a:solidFill>
                <a:latin typeface="Calibri"/>
              </a:rPr>
              <a:t> </a:t>
            </a:r>
            <a:r>
              <a:rPr sz="1000" b="1" dirty="0" err="1">
                <a:solidFill>
                  <a:srgbClr val="2E6DA4"/>
                </a:solidFill>
                <a:latin typeface="Calibri"/>
              </a:rPr>
              <a:t>reportados</a:t>
            </a:r>
            <a:r>
              <a:rPr sz="1000" b="1" dirty="0">
                <a:solidFill>
                  <a:srgbClr val="2E6DA4"/>
                </a:solidFill>
                <a:latin typeface="Calibri"/>
              </a:rPr>
              <a:t> en </a:t>
            </a:r>
            <a:r>
              <a:rPr sz="1000" b="1" dirty="0" err="1">
                <a:solidFill>
                  <a:srgbClr val="2E6DA4"/>
                </a:solidFill>
                <a:latin typeface="Calibri"/>
              </a:rPr>
              <a:t>cada</a:t>
            </a:r>
            <a:r>
              <a:rPr sz="1000" b="1" dirty="0">
                <a:solidFill>
                  <a:srgbClr val="2E6DA4"/>
                </a:solidFill>
                <a:latin typeface="Calibri"/>
              </a:rPr>
              <a:t> Línea </a:t>
            </a:r>
            <a:r>
              <a:rPr sz="1000" b="1" dirty="0" err="1">
                <a:solidFill>
                  <a:srgbClr val="2E6DA4"/>
                </a:solidFill>
                <a:latin typeface="Calibri"/>
              </a:rPr>
              <a:t>Estratégica</a:t>
            </a:r>
            <a:r>
              <a:rPr sz="1000" b="1" dirty="0">
                <a:solidFill>
                  <a:srgbClr val="2E6DA4"/>
                </a:solidFill>
                <a:latin typeface="Calibri"/>
              </a:rPr>
              <a:t>.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A824543-071D-A35B-BCF8-F3F9FCE73892}"/>
              </a:ext>
            </a:extLst>
          </p:cNvPr>
          <p:cNvSpPr/>
          <p:nvPr/>
        </p:nvSpPr>
        <p:spPr>
          <a:xfrm>
            <a:off x="457200" y="1691640"/>
            <a:ext cx="3566160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Indicador</a:t>
            </a: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859B2A6B-A469-B7EA-E8FA-5F74D587565D}"/>
              </a:ext>
            </a:extLst>
          </p:cNvPr>
          <p:cNvSpPr/>
          <p:nvPr/>
        </p:nvSpPr>
        <p:spPr>
          <a:xfrm>
            <a:off x="4114800" y="1691640"/>
            <a:ext cx="3566160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Meta Anual</a:t>
            </a:r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F7A054FA-9319-3863-AFC4-7391B7E429A1}"/>
              </a:ext>
            </a:extLst>
          </p:cNvPr>
          <p:cNvSpPr/>
          <p:nvPr/>
        </p:nvSpPr>
        <p:spPr>
          <a:xfrm>
            <a:off x="7772400" y="1691640"/>
            <a:ext cx="3566160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Avance Acumulado</a:t>
            </a:r>
          </a:p>
        </p:txBody>
      </p:sp>
      <p:sp>
        <p:nvSpPr>
          <p:cNvPr id="18" name="Rectangle 8">
            <a:extLst>
              <a:ext uri="{FF2B5EF4-FFF2-40B4-BE49-F238E27FC236}">
                <a16:creationId xmlns:a16="http://schemas.microsoft.com/office/drawing/2014/main" id="{EAE1E929-2E90-EBE6-F514-F457007BED31}"/>
              </a:ext>
            </a:extLst>
          </p:cNvPr>
          <p:cNvSpPr/>
          <p:nvPr/>
        </p:nvSpPr>
        <p:spPr>
          <a:xfrm>
            <a:off x="457200" y="2148840"/>
            <a:ext cx="3566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tlCol="0" anchor="ctr"/>
          <a:lstStyle/>
          <a:p>
            <a:pPr algn="ctr"/>
            <a:r>
              <a:rPr sz="900">
                <a:solidFill>
                  <a:schemeClr val="tx1"/>
                </a:solidFill>
                <a:latin typeface="Calibri"/>
              </a:rPr>
              <a:t>{{META_1_IND}}</a:t>
            </a:r>
          </a:p>
        </p:txBody>
      </p:sp>
      <p:sp>
        <p:nvSpPr>
          <p:cNvPr id="19" name="Rectangle 9">
            <a:extLst>
              <a:ext uri="{FF2B5EF4-FFF2-40B4-BE49-F238E27FC236}">
                <a16:creationId xmlns:a16="http://schemas.microsoft.com/office/drawing/2014/main" id="{FA4E1500-D11D-7355-E05C-5F5F44CB6947}"/>
              </a:ext>
            </a:extLst>
          </p:cNvPr>
          <p:cNvSpPr/>
          <p:nvPr/>
        </p:nvSpPr>
        <p:spPr>
          <a:xfrm>
            <a:off x="4114800" y="2148840"/>
            <a:ext cx="3566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tlCol="0" anchor="ctr"/>
          <a:lstStyle/>
          <a:p>
            <a:pPr algn="ctr"/>
            <a:r>
              <a:rPr sz="900">
                <a:solidFill>
                  <a:schemeClr val="tx1"/>
                </a:solidFill>
                <a:latin typeface="Calibri"/>
              </a:rPr>
              <a:t>{{META_1_META}}</a:t>
            </a:r>
          </a:p>
        </p:txBody>
      </p:sp>
      <p:sp>
        <p:nvSpPr>
          <p:cNvPr id="26" name="Rectangle 10">
            <a:extLst>
              <a:ext uri="{FF2B5EF4-FFF2-40B4-BE49-F238E27FC236}">
                <a16:creationId xmlns:a16="http://schemas.microsoft.com/office/drawing/2014/main" id="{6B1AF7D7-C0CC-CB81-B242-80EC9267F9BC}"/>
              </a:ext>
            </a:extLst>
          </p:cNvPr>
          <p:cNvSpPr/>
          <p:nvPr/>
        </p:nvSpPr>
        <p:spPr>
          <a:xfrm>
            <a:off x="7772400" y="2148840"/>
            <a:ext cx="3566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tlCol="0" anchor="ctr"/>
          <a:lstStyle/>
          <a:p>
            <a:pPr algn="ctr"/>
            <a:r>
              <a:rPr sz="900">
                <a:solidFill>
                  <a:schemeClr val="tx1"/>
                </a:solidFill>
                <a:latin typeface="Calibri"/>
              </a:rPr>
              <a:t>{{META_1_AVA}}</a:t>
            </a:r>
          </a:p>
        </p:txBody>
      </p:sp>
      <p:sp>
        <p:nvSpPr>
          <p:cNvPr id="35" name="Rectangle 11">
            <a:extLst>
              <a:ext uri="{FF2B5EF4-FFF2-40B4-BE49-F238E27FC236}">
                <a16:creationId xmlns:a16="http://schemas.microsoft.com/office/drawing/2014/main" id="{69DC0F3B-28BF-F1F2-8D01-96BD2CEF264D}"/>
              </a:ext>
            </a:extLst>
          </p:cNvPr>
          <p:cNvSpPr/>
          <p:nvPr/>
        </p:nvSpPr>
        <p:spPr>
          <a:xfrm>
            <a:off x="457200" y="2560320"/>
            <a:ext cx="3566160" cy="36576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tlCol="0" anchor="ctr"/>
          <a:lstStyle/>
          <a:p>
            <a:pPr algn="ctr"/>
            <a:r>
              <a:rPr sz="900">
                <a:solidFill>
                  <a:schemeClr val="tx1"/>
                </a:solidFill>
                <a:latin typeface="Calibri"/>
              </a:rPr>
              <a:t>{{META_2_IND}}</a:t>
            </a:r>
          </a:p>
        </p:txBody>
      </p:sp>
      <p:sp>
        <p:nvSpPr>
          <p:cNvPr id="36" name="Rectangle 12">
            <a:extLst>
              <a:ext uri="{FF2B5EF4-FFF2-40B4-BE49-F238E27FC236}">
                <a16:creationId xmlns:a16="http://schemas.microsoft.com/office/drawing/2014/main" id="{A5089FEE-5363-BE2D-1837-885FBA24E27E}"/>
              </a:ext>
            </a:extLst>
          </p:cNvPr>
          <p:cNvSpPr/>
          <p:nvPr/>
        </p:nvSpPr>
        <p:spPr>
          <a:xfrm>
            <a:off x="4114800" y="2560320"/>
            <a:ext cx="3566160" cy="36576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tlCol="0" anchor="ctr"/>
          <a:lstStyle/>
          <a:p>
            <a:pPr algn="ctr"/>
            <a:r>
              <a:rPr sz="900">
                <a:solidFill>
                  <a:schemeClr val="tx1"/>
                </a:solidFill>
                <a:latin typeface="Calibri"/>
              </a:rPr>
              <a:t>{{META_2_META}}</a:t>
            </a:r>
          </a:p>
        </p:txBody>
      </p:sp>
      <p:sp>
        <p:nvSpPr>
          <p:cNvPr id="37" name="Rectangle 13">
            <a:extLst>
              <a:ext uri="{FF2B5EF4-FFF2-40B4-BE49-F238E27FC236}">
                <a16:creationId xmlns:a16="http://schemas.microsoft.com/office/drawing/2014/main" id="{A64BA5B8-6E92-4680-40E1-AA97009CBC7D}"/>
              </a:ext>
            </a:extLst>
          </p:cNvPr>
          <p:cNvSpPr/>
          <p:nvPr/>
        </p:nvSpPr>
        <p:spPr>
          <a:xfrm>
            <a:off x="7772400" y="2560320"/>
            <a:ext cx="3566160" cy="36576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tlCol="0" anchor="ctr"/>
          <a:lstStyle/>
          <a:p>
            <a:pPr algn="ctr"/>
            <a:r>
              <a:rPr sz="900">
                <a:solidFill>
                  <a:schemeClr val="tx1"/>
                </a:solidFill>
                <a:latin typeface="Calibri"/>
              </a:rPr>
              <a:t>{{META_2_AVA}}</a:t>
            </a:r>
          </a:p>
        </p:txBody>
      </p:sp>
      <p:sp>
        <p:nvSpPr>
          <p:cNvPr id="38" name="Rectangle 14">
            <a:extLst>
              <a:ext uri="{FF2B5EF4-FFF2-40B4-BE49-F238E27FC236}">
                <a16:creationId xmlns:a16="http://schemas.microsoft.com/office/drawing/2014/main" id="{AC1520AC-6802-88C8-D6A2-1EB9AE8994B2}"/>
              </a:ext>
            </a:extLst>
          </p:cNvPr>
          <p:cNvSpPr/>
          <p:nvPr/>
        </p:nvSpPr>
        <p:spPr>
          <a:xfrm>
            <a:off x="457200" y="2971800"/>
            <a:ext cx="3566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tlCol="0" anchor="ctr"/>
          <a:lstStyle/>
          <a:p>
            <a:pPr algn="ctr"/>
            <a:r>
              <a:rPr sz="900">
                <a:solidFill>
                  <a:schemeClr val="tx1"/>
                </a:solidFill>
                <a:latin typeface="Calibri"/>
              </a:rPr>
              <a:t>{{META_3_IND}}</a:t>
            </a:r>
          </a:p>
        </p:txBody>
      </p:sp>
      <p:sp>
        <p:nvSpPr>
          <p:cNvPr id="39" name="Rectangle 15">
            <a:extLst>
              <a:ext uri="{FF2B5EF4-FFF2-40B4-BE49-F238E27FC236}">
                <a16:creationId xmlns:a16="http://schemas.microsoft.com/office/drawing/2014/main" id="{550DF127-F381-0019-CD95-A22D39CF55A9}"/>
              </a:ext>
            </a:extLst>
          </p:cNvPr>
          <p:cNvSpPr/>
          <p:nvPr/>
        </p:nvSpPr>
        <p:spPr>
          <a:xfrm>
            <a:off x="4114800" y="2971800"/>
            <a:ext cx="3566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tlCol="0" anchor="ctr"/>
          <a:lstStyle/>
          <a:p>
            <a:pPr algn="ctr"/>
            <a:r>
              <a:rPr sz="900">
                <a:solidFill>
                  <a:schemeClr val="tx1"/>
                </a:solidFill>
                <a:latin typeface="Calibri"/>
              </a:rPr>
              <a:t>{{META_3_META}}</a:t>
            </a:r>
          </a:p>
        </p:txBody>
      </p:sp>
      <p:sp>
        <p:nvSpPr>
          <p:cNvPr id="40" name="Rectangle 16">
            <a:extLst>
              <a:ext uri="{FF2B5EF4-FFF2-40B4-BE49-F238E27FC236}">
                <a16:creationId xmlns:a16="http://schemas.microsoft.com/office/drawing/2014/main" id="{05B7C769-99C4-0BBB-0233-D5942647741E}"/>
              </a:ext>
            </a:extLst>
          </p:cNvPr>
          <p:cNvSpPr/>
          <p:nvPr/>
        </p:nvSpPr>
        <p:spPr>
          <a:xfrm>
            <a:off x="7772400" y="2971800"/>
            <a:ext cx="3566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tlCol="0" anchor="ctr"/>
          <a:lstStyle/>
          <a:p>
            <a:pPr algn="ctr"/>
            <a:r>
              <a:rPr sz="900">
                <a:solidFill>
                  <a:schemeClr val="tx1"/>
                </a:solidFill>
                <a:latin typeface="Calibri"/>
              </a:rPr>
              <a:t>{{META_3_AVA}}</a:t>
            </a:r>
          </a:p>
        </p:txBody>
      </p:sp>
      <p:sp>
        <p:nvSpPr>
          <p:cNvPr id="41" name="Rectangle 17">
            <a:extLst>
              <a:ext uri="{FF2B5EF4-FFF2-40B4-BE49-F238E27FC236}">
                <a16:creationId xmlns:a16="http://schemas.microsoft.com/office/drawing/2014/main" id="{2E0966A1-747C-5F88-FC05-1105B846B3D8}"/>
              </a:ext>
            </a:extLst>
          </p:cNvPr>
          <p:cNvSpPr/>
          <p:nvPr/>
        </p:nvSpPr>
        <p:spPr>
          <a:xfrm>
            <a:off x="457200" y="3383280"/>
            <a:ext cx="3566160" cy="36576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tlCol="0" anchor="ctr"/>
          <a:lstStyle/>
          <a:p>
            <a:pPr algn="ctr"/>
            <a:r>
              <a:rPr sz="900">
                <a:solidFill>
                  <a:schemeClr val="tx1"/>
                </a:solidFill>
                <a:latin typeface="Calibri"/>
              </a:rPr>
              <a:t>{{META_4_IND}}</a:t>
            </a:r>
          </a:p>
        </p:txBody>
      </p:sp>
      <p:sp>
        <p:nvSpPr>
          <p:cNvPr id="42" name="Rectangle 18">
            <a:extLst>
              <a:ext uri="{FF2B5EF4-FFF2-40B4-BE49-F238E27FC236}">
                <a16:creationId xmlns:a16="http://schemas.microsoft.com/office/drawing/2014/main" id="{848003D7-3737-FE5E-8F48-A50F4F3EC1C9}"/>
              </a:ext>
            </a:extLst>
          </p:cNvPr>
          <p:cNvSpPr/>
          <p:nvPr/>
        </p:nvSpPr>
        <p:spPr>
          <a:xfrm>
            <a:off x="4114800" y="3383280"/>
            <a:ext cx="3566160" cy="36576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tlCol="0" anchor="ctr"/>
          <a:lstStyle/>
          <a:p>
            <a:pPr algn="ctr"/>
            <a:r>
              <a:rPr sz="900">
                <a:solidFill>
                  <a:schemeClr val="tx1"/>
                </a:solidFill>
                <a:latin typeface="Calibri"/>
              </a:rPr>
              <a:t>{{META_4_META}}</a:t>
            </a:r>
          </a:p>
        </p:txBody>
      </p:sp>
      <p:sp>
        <p:nvSpPr>
          <p:cNvPr id="43" name="Rectangle 19">
            <a:extLst>
              <a:ext uri="{FF2B5EF4-FFF2-40B4-BE49-F238E27FC236}">
                <a16:creationId xmlns:a16="http://schemas.microsoft.com/office/drawing/2014/main" id="{87FCC627-68AB-D2B7-DA62-9723CDFF85A1}"/>
              </a:ext>
            </a:extLst>
          </p:cNvPr>
          <p:cNvSpPr/>
          <p:nvPr/>
        </p:nvSpPr>
        <p:spPr>
          <a:xfrm>
            <a:off x="7772400" y="3383280"/>
            <a:ext cx="3566160" cy="36576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tlCol="0" anchor="ctr"/>
          <a:lstStyle/>
          <a:p>
            <a:pPr algn="ctr"/>
            <a:r>
              <a:rPr sz="900">
                <a:solidFill>
                  <a:schemeClr val="tx1"/>
                </a:solidFill>
                <a:latin typeface="Calibri"/>
              </a:rPr>
              <a:t>{{META_4_AVA}}</a:t>
            </a:r>
          </a:p>
        </p:txBody>
      </p:sp>
      <p:sp>
        <p:nvSpPr>
          <p:cNvPr id="44" name="Rectangle 20">
            <a:extLst>
              <a:ext uri="{FF2B5EF4-FFF2-40B4-BE49-F238E27FC236}">
                <a16:creationId xmlns:a16="http://schemas.microsoft.com/office/drawing/2014/main" id="{CE135D07-D709-988D-AF67-B6D40496B8C7}"/>
              </a:ext>
            </a:extLst>
          </p:cNvPr>
          <p:cNvSpPr/>
          <p:nvPr/>
        </p:nvSpPr>
        <p:spPr>
          <a:xfrm>
            <a:off x="457200" y="3794760"/>
            <a:ext cx="3566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tlCol="0" anchor="ctr"/>
          <a:lstStyle/>
          <a:p>
            <a:pPr algn="ctr"/>
            <a:r>
              <a:rPr sz="900">
                <a:solidFill>
                  <a:schemeClr val="tx1"/>
                </a:solidFill>
                <a:latin typeface="Calibri"/>
              </a:rPr>
              <a:t>{{META_5_IND}}</a:t>
            </a:r>
          </a:p>
        </p:txBody>
      </p:sp>
      <p:sp>
        <p:nvSpPr>
          <p:cNvPr id="45" name="Rectangle 21">
            <a:extLst>
              <a:ext uri="{FF2B5EF4-FFF2-40B4-BE49-F238E27FC236}">
                <a16:creationId xmlns:a16="http://schemas.microsoft.com/office/drawing/2014/main" id="{B5D1EEA8-EA1B-F2B5-4034-65D9777CFA08}"/>
              </a:ext>
            </a:extLst>
          </p:cNvPr>
          <p:cNvSpPr/>
          <p:nvPr/>
        </p:nvSpPr>
        <p:spPr>
          <a:xfrm>
            <a:off x="4114800" y="3794760"/>
            <a:ext cx="3566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tlCol="0" anchor="ctr"/>
          <a:lstStyle/>
          <a:p>
            <a:pPr algn="ctr"/>
            <a:r>
              <a:rPr sz="900">
                <a:solidFill>
                  <a:schemeClr val="tx1"/>
                </a:solidFill>
                <a:latin typeface="Calibri"/>
              </a:rPr>
              <a:t>{{META_5_META}}</a:t>
            </a:r>
          </a:p>
        </p:txBody>
      </p:sp>
      <p:sp>
        <p:nvSpPr>
          <p:cNvPr id="46" name="Rectangle 22">
            <a:extLst>
              <a:ext uri="{FF2B5EF4-FFF2-40B4-BE49-F238E27FC236}">
                <a16:creationId xmlns:a16="http://schemas.microsoft.com/office/drawing/2014/main" id="{2391B381-ED38-808A-33B9-4045A79F90F7}"/>
              </a:ext>
            </a:extLst>
          </p:cNvPr>
          <p:cNvSpPr/>
          <p:nvPr/>
        </p:nvSpPr>
        <p:spPr>
          <a:xfrm>
            <a:off x="7772400" y="3794760"/>
            <a:ext cx="3566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tlCol="0" anchor="ctr"/>
          <a:lstStyle/>
          <a:p>
            <a:pPr algn="ctr"/>
            <a:r>
              <a:rPr sz="900">
                <a:solidFill>
                  <a:schemeClr val="tx1"/>
                </a:solidFill>
                <a:latin typeface="Calibri"/>
              </a:rPr>
              <a:t>{{META_5_AVA}}</a:t>
            </a:r>
          </a:p>
        </p:txBody>
      </p:sp>
      <p:sp>
        <p:nvSpPr>
          <p:cNvPr id="47" name="Rectangle 23">
            <a:extLst>
              <a:ext uri="{FF2B5EF4-FFF2-40B4-BE49-F238E27FC236}">
                <a16:creationId xmlns:a16="http://schemas.microsoft.com/office/drawing/2014/main" id="{939EA9F3-2D1F-B7A7-B43C-862CEB3763BE}"/>
              </a:ext>
            </a:extLst>
          </p:cNvPr>
          <p:cNvSpPr/>
          <p:nvPr/>
        </p:nvSpPr>
        <p:spPr>
          <a:xfrm>
            <a:off x="457200" y="4206239"/>
            <a:ext cx="3566160" cy="36576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tlCol="0" anchor="ctr"/>
          <a:lstStyle/>
          <a:p>
            <a:pPr algn="ctr"/>
            <a:r>
              <a:rPr sz="900">
                <a:solidFill>
                  <a:schemeClr val="tx1"/>
                </a:solidFill>
                <a:latin typeface="Calibri"/>
              </a:rPr>
              <a:t>{{META_6_IND}}</a:t>
            </a:r>
          </a:p>
        </p:txBody>
      </p:sp>
      <p:sp>
        <p:nvSpPr>
          <p:cNvPr id="48" name="Rectangle 24">
            <a:extLst>
              <a:ext uri="{FF2B5EF4-FFF2-40B4-BE49-F238E27FC236}">
                <a16:creationId xmlns:a16="http://schemas.microsoft.com/office/drawing/2014/main" id="{F8CEAE28-823F-62B5-2781-780B0363687C}"/>
              </a:ext>
            </a:extLst>
          </p:cNvPr>
          <p:cNvSpPr/>
          <p:nvPr/>
        </p:nvSpPr>
        <p:spPr>
          <a:xfrm>
            <a:off x="4114800" y="4206239"/>
            <a:ext cx="3566160" cy="36576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tlCol="0" anchor="ctr"/>
          <a:lstStyle/>
          <a:p>
            <a:pPr algn="ctr"/>
            <a:r>
              <a:rPr sz="900">
                <a:solidFill>
                  <a:schemeClr val="tx1"/>
                </a:solidFill>
                <a:latin typeface="Calibri"/>
              </a:rPr>
              <a:t>{{META_6_META}}</a:t>
            </a:r>
          </a:p>
        </p:txBody>
      </p:sp>
      <p:sp>
        <p:nvSpPr>
          <p:cNvPr id="49" name="Rectangle 25">
            <a:extLst>
              <a:ext uri="{FF2B5EF4-FFF2-40B4-BE49-F238E27FC236}">
                <a16:creationId xmlns:a16="http://schemas.microsoft.com/office/drawing/2014/main" id="{6D7FD32F-310C-2A36-44F2-4948025F0BA0}"/>
              </a:ext>
            </a:extLst>
          </p:cNvPr>
          <p:cNvSpPr/>
          <p:nvPr/>
        </p:nvSpPr>
        <p:spPr>
          <a:xfrm>
            <a:off x="7772400" y="4206239"/>
            <a:ext cx="3566160" cy="36576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tlCol="0" anchor="ctr"/>
          <a:lstStyle/>
          <a:p>
            <a:pPr algn="ctr"/>
            <a:r>
              <a:rPr sz="900">
                <a:solidFill>
                  <a:schemeClr val="tx1"/>
                </a:solidFill>
                <a:latin typeface="Calibri"/>
              </a:rPr>
              <a:t>{{META_6_AVA}}</a:t>
            </a:r>
          </a:p>
        </p:txBody>
      </p:sp>
      <p:sp>
        <p:nvSpPr>
          <p:cNvPr id="50" name="Rectangle 26">
            <a:extLst>
              <a:ext uri="{FF2B5EF4-FFF2-40B4-BE49-F238E27FC236}">
                <a16:creationId xmlns:a16="http://schemas.microsoft.com/office/drawing/2014/main" id="{9C3ABAED-DCFF-4AFC-579B-6FE69BA05E9F}"/>
              </a:ext>
            </a:extLst>
          </p:cNvPr>
          <p:cNvSpPr/>
          <p:nvPr/>
        </p:nvSpPr>
        <p:spPr>
          <a:xfrm>
            <a:off x="457200" y="4617720"/>
            <a:ext cx="3566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tlCol="0" anchor="ctr"/>
          <a:lstStyle/>
          <a:p>
            <a:pPr algn="ctr"/>
            <a:r>
              <a:rPr sz="900">
                <a:solidFill>
                  <a:schemeClr val="tx1"/>
                </a:solidFill>
                <a:latin typeface="Calibri"/>
              </a:rPr>
              <a:t>{{META_7_IND}}</a:t>
            </a:r>
          </a:p>
        </p:txBody>
      </p:sp>
      <p:sp>
        <p:nvSpPr>
          <p:cNvPr id="51" name="Rectangle 27">
            <a:extLst>
              <a:ext uri="{FF2B5EF4-FFF2-40B4-BE49-F238E27FC236}">
                <a16:creationId xmlns:a16="http://schemas.microsoft.com/office/drawing/2014/main" id="{21D27212-7AEB-E807-7901-8A941BF2A2AC}"/>
              </a:ext>
            </a:extLst>
          </p:cNvPr>
          <p:cNvSpPr/>
          <p:nvPr/>
        </p:nvSpPr>
        <p:spPr>
          <a:xfrm>
            <a:off x="4114800" y="4617720"/>
            <a:ext cx="3566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tlCol="0" anchor="ctr"/>
          <a:lstStyle/>
          <a:p>
            <a:pPr algn="ctr"/>
            <a:r>
              <a:rPr sz="900">
                <a:solidFill>
                  <a:schemeClr val="tx1"/>
                </a:solidFill>
                <a:latin typeface="Calibri"/>
              </a:rPr>
              <a:t>{{META_7_META}}</a:t>
            </a:r>
          </a:p>
        </p:txBody>
      </p:sp>
      <p:sp>
        <p:nvSpPr>
          <p:cNvPr id="52" name="Rectangle 28">
            <a:extLst>
              <a:ext uri="{FF2B5EF4-FFF2-40B4-BE49-F238E27FC236}">
                <a16:creationId xmlns:a16="http://schemas.microsoft.com/office/drawing/2014/main" id="{47142899-4FA2-F0B9-238F-18876CC2A7C6}"/>
              </a:ext>
            </a:extLst>
          </p:cNvPr>
          <p:cNvSpPr/>
          <p:nvPr/>
        </p:nvSpPr>
        <p:spPr>
          <a:xfrm>
            <a:off x="7772400" y="4617720"/>
            <a:ext cx="3566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tlCol="0" anchor="ctr"/>
          <a:lstStyle/>
          <a:p>
            <a:pPr algn="ctr"/>
            <a:r>
              <a:rPr sz="900">
                <a:solidFill>
                  <a:schemeClr val="tx1"/>
                </a:solidFill>
                <a:latin typeface="Calibri"/>
              </a:rPr>
              <a:t>{{META_7_AVA}}</a:t>
            </a:r>
          </a:p>
        </p:txBody>
      </p:sp>
      <p:sp>
        <p:nvSpPr>
          <p:cNvPr id="53" name="Rectangle 29">
            <a:extLst>
              <a:ext uri="{FF2B5EF4-FFF2-40B4-BE49-F238E27FC236}">
                <a16:creationId xmlns:a16="http://schemas.microsoft.com/office/drawing/2014/main" id="{0F45BF70-3121-B019-0BC9-B9640C77E488}"/>
              </a:ext>
            </a:extLst>
          </p:cNvPr>
          <p:cNvSpPr/>
          <p:nvPr/>
        </p:nvSpPr>
        <p:spPr>
          <a:xfrm>
            <a:off x="457200" y="5029200"/>
            <a:ext cx="3566160" cy="36576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tlCol="0" anchor="ctr"/>
          <a:lstStyle/>
          <a:p>
            <a:pPr algn="ctr"/>
            <a:r>
              <a:rPr sz="900">
                <a:solidFill>
                  <a:schemeClr val="tx1"/>
                </a:solidFill>
                <a:latin typeface="Calibri"/>
              </a:rPr>
              <a:t>{{META_8_IND}}</a:t>
            </a:r>
          </a:p>
        </p:txBody>
      </p:sp>
      <p:sp>
        <p:nvSpPr>
          <p:cNvPr id="54" name="Rectangle 30">
            <a:extLst>
              <a:ext uri="{FF2B5EF4-FFF2-40B4-BE49-F238E27FC236}">
                <a16:creationId xmlns:a16="http://schemas.microsoft.com/office/drawing/2014/main" id="{DADDF08C-3AA2-6918-8E00-D994E306B16E}"/>
              </a:ext>
            </a:extLst>
          </p:cNvPr>
          <p:cNvSpPr/>
          <p:nvPr/>
        </p:nvSpPr>
        <p:spPr>
          <a:xfrm>
            <a:off x="4114800" y="5029200"/>
            <a:ext cx="3566160" cy="36576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tlCol="0" anchor="ctr"/>
          <a:lstStyle/>
          <a:p>
            <a:pPr algn="ctr"/>
            <a:r>
              <a:rPr sz="900">
                <a:solidFill>
                  <a:schemeClr val="tx1"/>
                </a:solidFill>
                <a:latin typeface="Calibri"/>
              </a:rPr>
              <a:t>{{META_8_META}}</a:t>
            </a:r>
          </a:p>
        </p:txBody>
      </p:sp>
      <p:sp>
        <p:nvSpPr>
          <p:cNvPr id="55" name="Rectangle 31">
            <a:extLst>
              <a:ext uri="{FF2B5EF4-FFF2-40B4-BE49-F238E27FC236}">
                <a16:creationId xmlns:a16="http://schemas.microsoft.com/office/drawing/2014/main" id="{4C157A62-837B-2AA0-5B8F-35EF4F594069}"/>
              </a:ext>
            </a:extLst>
          </p:cNvPr>
          <p:cNvSpPr/>
          <p:nvPr/>
        </p:nvSpPr>
        <p:spPr>
          <a:xfrm>
            <a:off x="7772400" y="5029200"/>
            <a:ext cx="3566160" cy="36576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tlCol="0" anchor="ctr"/>
          <a:lstStyle/>
          <a:p>
            <a:pPr algn="ctr"/>
            <a:r>
              <a:rPr sz="900">
                <a:solidFill>
                  <a:schemeClr val="tx1"/>
                </a:solidFill>
                <a:latin typeface="Calibri"/>
              </a:rPr>
              <a:t>{{META_8_AVA}}</a:t>
            </a:r>
          </a:p>
        </p:txBody>
      </p:sp>
      <p:sp>
        <p:nvSpPr>
          <p:cNvPr id="56" name="Rectangle 32">
            <a:extLst>
              <a:ext uri="{FF2B5EF4-FFF2-40B4-BE49-F238E27FC236}">
                <a16:creationId xmlns:a16="http://schemas.microsoft.com/office/drawing/2014/main" id="{51365CC6-C691-75FD-9EC3-5283365D5B53}"/>
              </a:ext>
            </a:extLst>
          </p:cNvPr>
          <p:cNvSpPr/>
          <p:nvPr/>
        </p:nvSpPr>
        <p:spPr>
          <a:xfrm>
            <a:off x="457200" y="5440680"/>
            <a:ext cx="3566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tlCol="0" anchor="ctr"/>
          <a:lstStyle/>
          <a:p>
            <a:pPr algn="ctr"/>
            <a:r>
              <a:rPr sz="900">
                <a:solidFill>
                  <a:schemeClr val="tx1"/>
                </a:solidFill>
                <a:latin typeface="Calibri"/>
              </a:rPr>
              <a:t>{{META_9_IND}}</a:t>
            </a:r>
          </a:p>
        </p:txBody>
      </p:sp>
      <p:sp>
        <p:nvSpPr>
          <p:cNvPr id="57" name="Rectangle 33">
            <a:extLst>
              <a:ext uri="{FF2B5EF4-FFF2-40B4-BE49-F238E27FC236}">
                <a16:creationId xmlns:a16="http://schemas.microsoft.com/office/drawing/2014/main" id="{F0DD109A-3202-7205-3CEF-9B7D37751EB5}"/>
              </a:ext>
            </a:extLst>
          </p:cNvPr>
          <p:cNvSpPr/>
          <p:nvPr/>
        </p:nvSpPr>
        <p:spPr>
          <a:xfrm>
            <a:off x="4114800" y="5440680"/>
            <a:ext cx="3566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tlCol="0" anchor="ctr"/>
          <a:lstStyle/>
          <a:p>
            <a:pPr algn="ctr"/>
            <a:r>
              <a:rPr sz="900">
                <a:solidFill>
                  <a:schemeClr val="tx1"/>
                </a:solidFill>
                <a:latin typeface="Calibri"/>
              </a:rPr>
              <a:t>{{META_9_META}}</a:t>
            </a:r>
          </a:p>
        </p:txBody>
      </p:sp>
      <p:sp>
        <p:nvSpPr>
          <p:cNvPr id="58" name="Rectangle 34">
            <a:extLst>
              <a:ext uri="{FF2B5EF4-FFF2-40B4-BE49-F238E27FC236}">
                <a16:creationId xmlns:a16="http://schemas.microsoft.com/office/drawing/2014/main" id="{D2D0C04C-6A5C-044E-80A8-EC5BB6F767A5}"/>
              </a:ext>
            </a:extLst>
          </p:cNvPr>
          <p:cNvSpPr/>
          <p:nvPr/>
        </p:nvSpPr>
        <p:spPr>
          <a:xfrm>
            <a:off x="7772400" y="5440680"/>
            <a:ext cx="3566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tlCol="0" anchor="ctr"/>
          <a:lstStyle/>
          <a:p>
            <a:pPr algn="ctr"/>
            <a:r>
              <a:rPr sz="900">
                <a:solidFill>
                  <a:schemeClr val="tx1"/>
                </a:solidFill>
                <a:latin typeface="Calibri"/>
              </a:rPr>
              <a:t>{{META_9_AVA}}</a:t>
            </a:r>
          </a:p>
        </p:txBody>
      </p:sp>
      <p:sp>
        <p:nvSpPr>
          <p:cNvPr id="60" name="Rectangle 35">
            <a:extLst>
              <a:ext uri="{FF2B5EF4-FFF2-40B4-BE49-F238E27FC236}">
                <a16:creationId xmlns:a16="http://schemas.microsoft.com/office/drawing/2014/main" id="{174BE75E-2A79-5E6A-99D5-95F8D66D8E42}"/>
              </a:ext>
            </a:extLst>
          </p:cNvPr>
          <p:cNvSpPr/>
          <p:nvPr/>
        </p:nvSpPr>
        <p:spPr>
          <a:xfrm>
            <a:off x="457200" y="5852160"/>
            <a:ext cx="3566160" cy="36576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tlCol="0" anchor="ctr"/>
          <a:lstStyle/>
          <a:p>
            <a:pPr algn="ctr"/>
            <a:r>
              <a:rPr sz="900">
                <a:solidFill>
                  <a:schemeClr val="tx1"/>
                </a:solidFill>
                <a:latin typeface="Calibri"/>
              </a:rPr>
              <a:t>{{META_10_IND}}</a:t>
            </a:r>
          </a:p>
        </p:txBody>
      </p:sp>
      <p:sp>
        <p:nvSpPr>
          <p:cNvPr id="61" name="Rectangle 36">
            <a:extLst>
              <a:ext uri="{FF2B5EF4-FFF2-40B4-BE49-F238E27FC236}">
                <a16:creationId xmlns:a16="http://schemas.microsoft.com/office/drawing/2014/main" id="{99A63B9A-1458-800F-4BC2-1BE3EC0EDAC0}"/>
              </a:ext>
            </a:extLst>
          </p:cNvPr>
          <p:cNvSpPr/>
          <p:nvPr/>
        </p:nvSpPr>
        <p:spPr>
          <a:xfrm>
            <a:off x="4114800" y="5852160"/>
            <a:ext cx="3566160" cy="36576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tlCol="0" anchor="ctr"/>
          <a:lstStyle/>
          <a:p>
            <a:pPr algn="ctr"/>
            <a:r>
              <a:rPr sz="900">
                <a:solidFill>
                  <a:schemeClr val="tx1"/>
                </a:solidFill>
                <a:latin typeface="Calibri"/>
              </a:rPr>
              <a:t>{{META_10_META}}</a:t>
            </a:r>
          </a:p>
        </p:txBody>
      </p:sp>
      <p:sp>
        <p:nvSpPr>
          <p:cNvPr id="62" name="Rectangle 37">
            <a:extLst>
              <a:ext uri="{FF2B5EF4-FFF2-40B4-BE49-F238E27FC236}">
                <a16:creationId xmlns:a16="http://schemas.microsoft.com/office/drawing/2014/main" id="{E71C272B-3322-AA8C-28AB-5A8D26059E77}"/>
              </a:ext>
            </a:extLst>
          </p:cNvPr>
          <p:cNvSpPr/>
          <p:nvPr/>
        </p:nvSpPr>
        <p:spPr>
          <a:xfrm>
            <a:off x="7772400" y="5852160"/>
            <a:ext cx="3566160" cy="36576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tlCol="0" anchor="ctr"/>
          <a:lstStyle/>
          <a:p>
            <a:pPr algn="ctr"/>
            <a:r>
              <a:rPr sz="900">
                <a:solidFill>
                  <a:schemeClr val="tx1"/>
                </a:solidFill>
                <a:latin typeface="Calibri"/>
              </a:rPr>
              <a:t>{{META_10_AVA}}</a:t>
            </a:r>
          </a:p>
        </p:txBody>
      </p:sp>
    </p:spTree>
    <p:extLst>
      <p:ext uri="{BB962C8B-B14F-4D97-AF65-F5344CB8AC3E}">
        <p14:creationId xmlns:p14="http://schemas.microsoft.com/office/powerpoint/2010/main" val="2457863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05E88-2029-B7F4-7BC6-370DBEBE1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BEB857AF-A2CF-86AE-951E-0261BFC5163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78180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CCE90933-6353-29BD-5E81-3EAF27558BBC}"/>
              </a:ext>
            </a:extLst>
          </p:cNvPr>
          <p:cNvSpPr/>
          <p:nvPr/>
        </p:nvSpPr>
        <p:spPr>
          <a:xfrm>
            <a:off x="0" y="849086"/>
            <a:ext cx="12192000" cy="5932713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96478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899A5D2B-559D-3382-C41B-4FB2D45A3449}"/>
              </a:ext>
            </a:extLst>
          </p:cNvPr>
          <p:cNvCxnSpPr>
            <a:cxnSpLocks/>
          </p:cNvCxnSpPr>
          <p:nvPr/>
        </p:nvCxnSpPr>
        <p:spPr>
          <a:xfrm>
            <a:off x="1588972" y="4233700"/>
            <a:ext cx="3280006" cy="0"/>
          </a:xfrm>
          <a:prstGeom prst="line">
            <a:avLst/>
          </a:prstGeom>
          <a:ln w="635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Gráfico 3">
            <a:extLst>
              <a:ext uri="{FF2B5EF4-FFF2-40B4-BE49-F238E27FC236}">
                <a16:creationId xmlns:a16="http://schemas.microsoft.com/office/drawing/2014/main" id="{8D17B45C-8C1E-55A8-6DE3-2F768803E4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62267" y="1614537"/>
            <a:ext cx="2933415" cy="91009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8A9C197A-8338-2F8C-780F-BF7EF2FA33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68764" y="5124059"/>
            <a:ext cx="3520422" cy="586736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88C985DB-88C9-0C45-6289-2659E8B74CC4}"/>
              </a:ext>
            </a:extLst>
          </p:cNvPr>
          <p:cNvSpPr txBox="1"/>
          <p:nvPr/>
        </p:nvSpPr>
        <p:spPr>
          <a:xfrm>
            <a:off x="400" y="2957171"/>
            <a:ext cx="609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914400">
              <a:lnSpc>
                <a:spcPct val="90000"/>
              </a:lnSpc>
              <a:defRPr/>
            </a:pPr>
            <a:r>
              <a:rPr kumimoji="0" lang="es-ES" sz="4000" b="1" i="0" u="none" strike="noStrike" kern="1200" cap="none" spc="3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utura Std Book" panose="020B0502020204020303" pitchFamily="34" charset="77"/>
                <a:ea typeface="+mn-ea"/>
                <a:cs typeface="+mn-cs"/>
              </a:rPr>
              <a:t>V</a:t>
            </a:r>
            <a:r>
              <a:rPr kumimoji="0" lang="es-CO" sz="4000" b="1" i="0" u="none" strike="noStrike" kern="1200" cap="none" spc="3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utura Std Book" panose="020B0502020204020303" pitchFamily="34" charset="77"/>
                <a:ea typeface="+mn-ea"/>
                <a:cs typeface="+mn-cs"/>
              </a:rPr>
              <a:t>P </a:t>
            </a:r>
            <a:r>
              <a:rPr lang="es-ES_tradnl" sz="4000" b="1" dirty="0">
                <a:solidFill>
                  <a:srgbClr val="002060"/>
                </a:solidFill>
                <a:latin typeface="Futura Std Book" panose="020B0502020204020303" pitchFamily="34" charset="77"/>
              </a:rPr>
              <a:t>{{UNIDAD}}</a:t>
            </a:r>
            <a:endParaRPr kumimoji="0" lang="es-CO" sz="4000" b="1" i="0" u="none" strike="noStrike" kern="1200" cap="none" spc="30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Futura Std Book" panose="020B0502020204020303" pitchFamily="34" charset="77"/>
              <a:ea typeface="+mn-ea"/>
              <a:cs typeface="+mn-cs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CB1AE58-6B26-76EC-4198-43792D7683A9}"/>
              </a:ext>
            </a:extLst>
          </p:cNvPr>
          <p:cNvSpPr/>
          <p:nvPr/>
        </p:nvSpPr>
        <p:spPr>
          <a:xfrm>
            <a:off x="6096000" y="0"/>
            <a:ext cx="6096000" cy="680085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D05BB1E1-4639-A265-DAE2-0638D3D8909C}"/>
              </a:ext>
            </a:extLst>
          </p:cNvPr>
          <p:cNvSpPr txBox="1">
            <a:spLocks/>
          </p:cNvSpPr>
          <p:nvPr/>
        </p:nvSpPr>
        <p:spPr>
          <a:xfrm>
            <a:off x="6628564" y="3111777"/>
            <a:ext cx="566055" cy="339837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800" b="1" i="0" u="none" strike="noStrike" kern="1200" cap="none" spc="0" normalizeH="0" baseline="0" noProof="0">
                <a:ln>
                  <a:noFill/>
                </a:ln>
                <a:solidFill>
                  <a:srgbClr val="002078"/>
                </a:solidFill>
                <a:effectLst/>
                <a:uLnTx/>
                <a:uFillTx/>
                <a:latin typeface="Futura Std Book" panose="020B0502020204020303" pitchFamily="34" charset="77"/>
                <a:ea typeface="+mj-ea"/>
                <a:cs typeface="+mj-cs"/>
              </a:rPr>
              <a:t>1.</a:t>
            </a:r>
          </a:p>
        </p:txBody>
      </p:sp>
      <p:sp>
        <p:nvSpPr>
          <p:cNvPr id="15" name="object 4">
            <a:extLst>
              <a:ext uri="{FF2B5EF4-FFF2-40B4-BE49-F238E27FC236}">
                <a16:creationId xmlns:a16="http://schemas.microsoft.com/office/drawing/2014/main" id="{394CE3A3-64FA-46DC-B0CF-FF1BF75D3167}"/>
              </a:ext>
            </a:extLst>
          </p:cNvPr>
          <p:cNvSpPr txBox="1">
            <a:spLocks/>
          </p:cNvSpPr>
          <p:nvPr/>
        </p:nvSpPr>
        <p:spPr>
          <a:xfrm>
            <a:off x="7194619" y="3322886"/>
            <a:ext cx="4884343" cy="258404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600" b="0" i="0" u="none" strike="noStrike" kern="1200" cap="none" spc="0" normalizeH="0" baseline="0" noProof="0" dirty="0">
                <a:ln>
                  <a:noFill/>
                </a:ln>
                <a:solidFill>
                  <a:srgbClr val="002078"/>
                </a:solidFill>
                <a:effectLst/>
                <a:uLnTx/>
                <a:uFillTx/>
                <a:latin typeface="Futura Std Book"/>
                <a:ea typeface="+mj-ea"/>
                <a:cs typeface="+mj-cs"/>
              </a:rPr>
              <a:t>{{LE1_NOMBRE}}</a:t>
            </a:r>
          </a:p>
        </p:txBody>
      </p:sp>
      <p:sp>
        <p:nvSpPr>
          <p:cNvPr id="16" name="object 4">
            <a:extLst>
              <a:ext uri="{FF2B5EF4-FFF2-40B4-BE49-F238E27FC236}">
                <a16:creationId xmlns:a16="http://schemas.microsoft.com/office/drawing/2014/main" id="{976960E2-B996-CA7C-CBB8-2A55C9AFE85E}"/>
              </a:ext>
            </a:extLst>
          </p:cNvPr>
          <p:cNvSpPr txBox="1">
            <a:spLocks/>
          </p:cNvSpPr>
          <p:nvPr/>
        </p:nvSpPr>
        <p:spPr>
          <a:xfrm>
            <a:off x="6625024" y="4282281"/>
            <a:ext cx="566055" cy="339837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800" b="1" i="0" u="none" strike="noStrike" kern="1200" cap="none" spc="0" normalizeH="0" baseline="0" noProof="0">
                <a:ln>
                  <a:noFill/>
                </a:ln>
                <a:solidFill>
                  <a:srgbClr val="002078"/>
                </a:solidFill>
                <a:effectLst/>
                <a:uLnTx/>
                <a:uFillTx/>
                <a:latin typeface="Futura Std Book" panose="020B0502020204020303" pitchFamily="34" charset="77"/>
                <a:ea typeface="+mj-ea"/>
                <a:cs typeface="+mj-cs"/>
              </a:rPr>
              <a:t>2.</a:t>
            </a:r>
          </a:p>
        </p:txBody>
      </p:sp>
      <p:sp>
        <p:nvSpPr>
          <p:cNvPr id="17" name="object 4">
            <a:extLst>
              <a:ext uri="{FF2B5EF4-FFF2-40B4-BE49-F238E27FC236}">
                <a16:creationId xmlns:a16="http://schemas.microsoft.com/office/drawing/2014/main" id="{AADE1FA7-2E0B-45E7-746E-86A7B7727078}"/>
              </a:ext>
            </a:extLst>
          </p:cNvPr>
          <p:cNvSpPr txBox="1">
            <a:spLocks/>
          </p:cNvSpPr>
          <p:nvPr/>
        </p:nvSpPr>
        <p:spPr>
          <a:xfrm>
            <a:off x="7194619" y="4492813"/>
            <a:ext cx="4585722" cy="258404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600" b="0" i="0" u="none" strike="noStrike" kern="1200" cap="none" spc="0" normalizeH="0" baseline="0" noProof="0" dirty="0">
                <a:ln>
                  <a:noFill/>
                </a:ln>
                <a:solidFill>
                  <a:srgbClr val="002078"/>
                </a:solidFill>
                <a:effectLst/>
                <a:uLnTx/>
                <a:uFillTx/>
                <a:latin typeface="Futura Std Book"/>
                <a:ea typeface="+mj-ea"/>
                <a:cs typeface="+mj-cs"/>
              </a:rPr>
              <a:t>{{LE2_NOMBRE}}</a:t>
            </a:r>
          </a:p>
        </p:txBody>
      </p:sp>
      <p:sp>
        <p:nvSpPr>
          <p:cNvPr id="18" name="object 4">
            <a:extLst>
              <a:ext uri="{FF2B5EF4-FFF2-40B4-BE49-F238E27FC236}">
                <a16:creationId xmlns:a16="http://schemas.microsoft.com/office/drawing/2014/main" id="{A92C5913-C58F-043E-FB7C-72C017108707}"/>
              </a:ext>
            </a:extLst>
          </p:cNvPr>
          <p:cNvSpPr txBox="1">
            <a:spLocks/>
          </p:cNvSpPr>
          <p:nvPr/>
        </p:nvSpPr>
        <p:spPr>
          <a:xfrm>
            <a:off x="6685182" y="5355309"/>
            <a:ext cx="566055" cy="339837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800" b="1" i="0" u="none" strike="noStrike" kern="1200" cap="none" spc="0" normalizeH="0" baseline="0" noProof="0">
                <a:ln>
                  <a:noFill/>
                </a:ln>
                <a:solidFill>
                  <a:srgbClr val="002078"/>
                </a:solidFill>
                <a:effectLst/>
                <a:uLnTx/>
                <a:uFillTx/>
                <a:latin typeface="Futura Std Book" panose="020B0502020204020303" pitchFamily="34" charset="77"/>
                <a:ea typeface="+mj-ea"/>
                <a:cs typeface="+mj-cs"/>
              </a:rPr>
              <a:t>3.</a:t>
            </a:r>
          </a:p>
        </p:txBody>
      </p:sp>
      <p:sp>
        <p:nvSpPr>
          <p:cNvPr id="19" name="object 4">
            <a:extLst>
              <a:ext uri="{FF2B5EF4-FFF2-40B4-BE49-F238E27FC236}">
                <a16:creationId xmlns:a16="http://schemas.microsoft.com/office/drawing/2014/main" id="{85574DD3-7C9E-071D-A78F-48F0ACE770D1}"/>
              </a:ext>
            </a:extLst>
          </p:cNvPr>
          <p:cNvSpPr txBox="1">
            <a:spLocks/>
          </p:cNvSpPr>
          <p:nvPr/>
        </p:nvSpPr>
        <p:spPr>
          <a:xfrm>
            <a:off x="7194619" y="5478848"/>
            <a:ext cx="4585722" cy="258404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srgbClr val="002078"/>
                </a:solidFill>
                <a:effectLst/>
                <a:uLnTx/>
                <a:uFillTx/>
                <a:latin typeface="Futura Std Book"/>
                <a:ea typeface="+mj-ea"/>
                <a:cs typeface="+mj-cs"/>
              </a:rPr>
              <a:t>{{LE3_NOMBRE}}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84B8891-D72E-2456-3025-9206A69EEE5C}"/>
              </a:ext>
            </a:extLst>
          </p:cNvPr>
          <p:cNvSpPr/>
          <p:nvPr/>
        </p:nvSpPr>
        <p:spPr>
          <a:xfrm>
            <a:off x="6096000" y="0"/>
            <a:ext cx="6096000" cy="2466753"/>
          </a:xfrm>
          <a:prstGeom prst="rect">
            <a:avLst/>
          </a:prstGeom>
          <a:solidFill>
            <a:srgbClr val="AC2F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754E0844-218B-D6E3-6EFC-B0C237CF6A67}"/>
              </a:ext>
            </a:extLst>
          </p:cNvPr>
          <p:cNvSpPr txBox="1">
            <a:spLocks/>
          </p:cNvSpPr>
          <p:nvPr/>
        </p:nvSpPr>
        <p:spPr>
          <a:xfrm>
            <a:off x="6628564" y="1177085"/>
            <a:ext cx="5208395" cy="302519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Std Book"/>
                <a:ea typeface="+mj-ea"/>
                <a:cs typeface="+mj-cs"/>
              </a:rPr>
              <a:t>LÍNEAS ESTRATÉGICAS {{AÑO}}  </a:t>
            </a:r>
            <a:endParaRPr kumimoji="0" lang="es-CO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utura Std Book" panose="020B0502020204020303" pitchFamily="34" charset="77"/>
              <a:ea typeface="+mj-ea"/>
              <a:cs typeface="+mj-cs"/>
            </a:endParaRPr>
          </a:p>
        </p:txBody>
      </p:sp>
      <p:sp>
        <p:nvSpPr>
          <p:cNvPr id="13" name="object 4">
            <a:extLst>
              <a:ext uri="{FF2B5EF4-FFF2-40B4-BE49-F238E27FC236}">
                <a16:creationId xmlns:a16="http://schemas.microsoft.com/office/drawing/2014/main" id="{7D93C25D-4A8A-1D33-A10A-70ECBE26CE30}"/>
              </a:ext>
            </a:extLst>
          </p:cNvPr>
          <p:cNvSpPr txBox="1">
            <a:spLocks/>
          </p:cNvSpPr>
          <p:nvPr/>
        </p:nvSpPr>
        <p:spPr>
          <a:xfrm>
            <a:off x="6625023" y="1601839"/>
            <a:ext cx="5155317" cy="677108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Std Book"/>
                <a:ea typeface="+mj-ea"/>
                <a:cs typeface="+mj-cs"/>
              </a:rPr>
              <a:t>Promover bienes No Minero Energéticos y servicios en el mercado internacional, de acuerdo con los lineamientos del gobierno nacional:</a:t>
            </a:r>
            <a:endParaRPr kumimoji="0" lang="es-CO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utura Std Book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04606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BB8BB-CA0F-88ED-B04D-CDAA4E68D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98A854-B849-2F03-7AFA-6E18896AD883}"/>
              </a:ext>
            </a:extLst>
          </p:cNvPr>
          <p:cNvSpPr txBox="1"/>
          <p:nvPr/>
        </p:nvSpPr>
        <p:spPr>
          <a:xfrm>
            <a:off x="457200" y="91440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2060"/>
                </a:solidFill>
                <a:latin typeface="Calibri"/>
              </a:rPr>
              <a:t>HOJA DE RUTA / PLAN DE TRABAJO ({{UNIDAD}})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2FA1FC3-2958-AD5B-3D35-EF77763FF65B}"/>
              </a:ext>
            </a:extLst>
          </p:cNvPr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0D714275-93E1-2E28-BFEA-20EF65A8E516}"/>
              </a:ext>
            </a:extLst>
          </p:cNvPr>
          <p:cNvSpPr/>
          <p:nvPr/>
        </p:nvSpPr>
        <p:spPr>
          <a:xfrm>
            <a:off x="457200" y="853440"/>
            <a:ext cx="1124712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LÍNEA ESTRATÉGICA 1</a:t>
            </a: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26E493A5-FCB8-A6F9-02A7-9B3CF19DFC60}"/>
              </a:ext>
            </a:extLst>
          </p:cNvPr>
          <p:cNvSpPr txBox="1"/>
          <p:nvPr/>
        </p:nvSpPr>
        <p:spPr>
          <a:xfrm>
            <a:off x="457200" y="11887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6DA4"/>
                </a:solidFill>
                <a:latin typeface="Calibri"/>
              </a:rPr>
              <a:t>{{LE1_NOMBRE}}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8802A5C3-2FBC-9F68-5C34-822526C813C2}"/>
              </a:ext>
            </a:extLst>
          </p:cNvPr>
          <p:cNvSpPr/>
          <p:nvPr/>
        </p:nvSpPr>
        <p:spPr>
          <a:xfrm>
            <a:off x="457200" y="182880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ACCIONES VP {{TIPO}} Avance {{TRIMESTRE}}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5346206-E193-4227-F143-D9EDD0A5EE9D}"/>
              </a:ext>
            </a:extLst>
          </p:cNvPr>
          <p:cNvSpPr/>
          <p:nvPr/>
        </p:nvSpPr>
        <p:spPr>
          <a:xfrm>
            <a:off x="6217920" y="182880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ACTIVIDADES COMERCIALES CLAVE Avance {{TRIMESTRE}}</a:t>
            </a: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74966B2A-73C1-B958-2EC4-C3D6BB42BD15}"/>
              </a:ext>
            </a:extLst>
          </p:cNvPr>
          <p:cNvSpPr txBox="1"/>
          <p:nvPr/>
        </p:nvSpPr>
        <p:spPr>
          <a:xfrm>
            <a:off x="457200" y="224028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dirty="0">
                <a:latin typeface="Calibri"/>
              </a:rPr>
              <a:t>{{LE1_ACC_1}}</a:t>
            </a:r>
            <a:endParaRPr sz="700" i="1" dirty="0">
              <a:solidFill>
                <a:srgbClr val="585858"/>
              </a:solidFill>
              <a:latin typeface="Calibri"/>
            </a:endParaRPr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027D3840-A1C2-122D-5A0D-F679D7513C2F}"/>
              </a:ext>
            </a:extLst>
          </p:cNvPr>
          <p:cNvSpPr txBox="1"/>
          <p:nvPr/>
        </p:nvSpPr>
        <p:spPr>
          <a:xfrm>
            <a:off x="457200" y="256032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dirty="0">
                <a:latin typeface="Calibri"/>
              </a:rPr>
              <a:t>{{LE1_ACC_2}}</a:t>
            </a:r>
            <a:endParaRPr sz="700" i="1" dirty="0">
              <a:solidFill>
                <a:srgbClr val="585858"/>
              </a:solidFill>
              <a:latin typeface="Calibri"/>
            </a:endParaRPr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050EFB01-E16D-8622-0D40-2757EDAFF847}"/>
              </a:ext>
            </a:extLst>
          </p:cNvPr>
          <p:cNvSpPr txBox="1"/>
          <p:nvPr/>
        </p:nvSpPr>
        <p:spPr>
          <a:xfrm>
            <a:off x="457200" y="288036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dirty="0">
                <a:latin typeface="Calibri"/>
              </a:rPr>
              <a:t>{{LE1_ACC_3}}</a:t>
            </a:r>
            <a:endParaRPr sz="700" i="1" dirty="0">
              <a:solidFill>
                <a:srgbClr val="585858"/>
              </a:solidFill>
              <a:latin typeface="Calibri"/>
            </a:endParaRPr>
          </a:p>
        </p:txBody>
      </p:sp>
      <p:sp>
        <p:nvSpPr>
          <p:cNvPr id="20" name="TextBox 11">
            <a:extLst>
              <a:ext uri="{FF2B5EF4-FFF2-40B4-BE49-F238E27FC236}">
                <a16:creationId xmlns:a16="http://schemas.microsoft.com/office/drawing/2014/main" id="{BBA8E42C-83DE-456A-6735-1A21C5FCEF22}"/>
              </a:ext>
            </a:extLst>
          </p:cNvPr>
          <p:cNvSpPr txBox="1"/>
          <p:nvPr/>
        </p:nvSpPr>
        <p:spPr>
          <a:xfrm>
            <a:off x="457200" y="320040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dirty="0">
                <a:latin typeface="Calibri"/>
              </a:rPr>
              <a:t>{{LE1_ACC_4}}</a:t>
            </a:r>
            <a:endParaRPr sz="700" i="1" dirty="0">
              <a:solidFill>
                <a:srgbClr val="585858"/>
              </a:solidFill>
              <a:latin typeface="Calibri"/>
            </a:endParaRPr>
          </a:p>
        </p:txBody>
      </p:sp>
      <p:sp>
        <p:nvSpPr>
          <p:cNvPr id="21" name="TextBox 12">
            <a:extLst>
              <a:ext uri="{FF2B5EF4-FFF2-40B4-BE49-F238E27FC236}">
                <a16:creationId xmlns:a16="http://schemas.microsoft.com/office/drawing/2014/main" id="{9345BF21-F2AB-CC5D-A232-6C99F8565CE9}"/>
              </a:ext>
            </a:extLst>
          </p:cNvPr>
          <p:cNvSpPr txBox="1"/>
          <p:nvPr/>
        </p:nvSpPr>
        <p:spPr>
          <a:xfrm>
            <a:off x="457200" y="352044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dirty="0">
                <a:latin typeface="Calibri"/>
              </a:rPr>
              <a:t>{{LE1_ACC_5}}</a:t>
            </a:r>
            <a:endParaRPr sz="700" i="1" dirty="0">
              <a:solidFill>
                <a:srgbClr val="585858"/>
              </a:solidFill>
              <a:latin typeface="Calibri"/>
            </a:endParaRPr>
          </a:p>
        </p:txBody>
      </p:sp>
      <p:sp>
        <p:nvSpPr>
          <p:cNvPr id="22" name="TextBox 13">
            <a:extLst>
              <a:ext uri="{FF2B5EF4-FFF2-40B4-BE49-F238E27FC236}">
                <a16:creationId xmlns:a16="http://schemas.microsoft.com/office/drawing/2014/main" id="{68D6F0CE-38FB-3CBE-80CA-50267DBBFF75}"/>
              </a:ext>
            </a:extLst>
          </p:cNvPr>
          <p:cNvSpPr txBox="1"/>
          <p:nvPr/>
        </p:nvSpPr>
        <p:spPr>
          <a:xfrm>
            <a:off x="457200" y="384048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dirty="0">
                <a:latin typeface="Calibri"/>
              </a:rPr>
              <a:t>{{LE1_ACC_6}}</a:t>
            </a:r>
            <a:endParaRPr sz="700" i="1" dirty="0">
              <a:solidFill>
                <a:srgbClr val="585858"/>
              </a:solidFill>
              <a:latin typeface="Calibri"/>
            </a:endParaRPr>
          </a:p>
        </p:txBody>
      </p:sp>
      <p:sp>
        <p:nvSpPr>
          <p:cNvPr id="23" name="TextBox 14">
            <a:extLst>
              <a:ext uri="{FF2B5EF4-FFF2-40B4-BE49-F238E27FC236}">
                <a16:creationId xmlns:a16="http://schemas.microsoft.com/office/drawing/2014/main" id="{30E5F1B6-A9B6-797B-7D16-FE91D23DA0DC}"/>
              </a:ext>
            </a:extLst>
          </p:cNvPr>
          <p:cNvSpPr txBox="1"/>
          <p:nvPr/>
        </p:nvSpPr>
        <p:spPr>
          <a:xfrm>
            <a:off x="457200" y="416052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dirty="0">
                <a:latin typeface="Calibri"/>
              </a:rPr>
              <a:t>{{LE1_ACC_7}}</a:t>
            </a:r>
            <a:endParaRPr sz="700" i="1" dirty="0">
              <a:solidFill>
                <a:srgbClr val="585858"/>
              </a:solidFill>
              <a:latin typeface="Calibri"/>
            </a:endParaRPr>
          </a:p>
        </p:txBody>
      </p:sp>
      <p:sp>
        <p:nvSpPr>
          <p:cNvPr id="24" name="TextBox 15">
            <a:extLst>
              <a:ext uri="{FF2B5EF4-FFF2-40B4-BE49-F238E27FC236}">
                <a16:creationId xmlns:a16="http://schemas.microsoft.com/office/drawing/2014/main" id="{10BF0FB7-278C-E817-7F39-C665476EADDE}"/>
              </a:ext>
            </a:extLst>
          </p:cNvPr>
          <p:cNvSpPr txBox="1"/>
          <p:nvPr/>
        </p:nvSpPr>
        <p:spPr>
          <a:xfrm>
            <a:off x="457200" y="448056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dirty="0">
                <a:latin typeface="Calibri"/>
              </a:rPr>
              <a:t>{{LE1_ACC_8}}</a:t>
            </a:r>
            <a:endParaRPr sz="700" i="1" dirty="0">
              <a:solidFill>
                <a:srgbClr val="585858"/>
              </a:solidFill>
              <a:latin typeface="Calibri"/>
            </a:endParaRPr>
          </a:p>
        </p:txBody>
      </p:sp>
      <p:sp>
        <p:nvSpPr>
          <p:cNvPr id="25" name="TextBox 16">
            <a:extLst>
              <a:ext uri="{FF2B5EF4-FFF2-40B4-BE49-F238E27FC236}">
                <a16:creationId xmlns:a16="http://schemas.microsoft.com/office/drawing/2014/main" id="{67ABFCE9-66BA-7020-CC83-0CF411D6ABB5}"/>
              </a:ext>
            </a:extLst>
          </p:cNvPr>
          <p:cNvSpPr txBox="1"/>
          <p:nvPr/>
        </p:nvSpPr>
        <p:spPr>
          <a:xfrm>
            <a:off x="457200" y="480060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dirty="0">
                <a:latin typeface="Calibri"/>
              </a:rPr>
              <a:t>{{LE1_ACC_9}}</a:t>
            </a:r>
            <a:endParaRPr sz="700" i="1" dirty="0">
              <a:solidFill>
                <a:srgbClr val="585858"/>
              </a:solidFill>
              <a:latin typeface="Calibri"/>
            </a:endParaRPr>
          </a:p>
        </p:txBody>
      </p:sp>
      <p:sp>
        <p:nvSpPr>
          <p:cNvPr id="27" name="Rectangle 17">
            <a:extLst>
              <a:ext uri="{FF2B5EF4-FFF2-40B4-BE49-F238E27FC236}">
                <a16:creationId xmlns:a16="http://schemas.microsoft.com/office/drawing/2014/main" id="{523BD3C9-5C59-6BEA-2BAF-BE6DBE79D1AE}"/>
              </a:ext>
            </a:extLst>
          </p:cNvPr>
          <p:cNvSpPr/>
          <p:nvPr/>
        </p:nvSpPr>
        <p:spPr>
          <a:xfrm>
            <a:off x="457200" y="5303520"/>
            <a:ext cx="1124712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INDICADORES DE ÉXITO / RESULTADOS (META ESTIMADA {{AÑO}}) Avance {{TRIMESTRE}}</a:t>
            </a:r>
          </a:p>
        </p:txBody>
      </p:sp>
      <p:sp>
        <p:nvSpPr>
          <p:cNvPr id="28" name="TextBox 18">
            <a:extLst>
              <a:ext uri="{FF2B5EF4-FFF2-40B4-BE49-F238E27FC236}">
                <a16:creationId xmlns:a16="http://schemas.microsoft.com/office/drawing/2014/main" id="{710A18A6-1E2B-9F35-E375-619845915803}"/>
              </a:ext>
            </a:extLst>
          </p:cNvPr>
          <p:cNvSpPr txBox="1"/>
          <p:nvPr/>
        </p:nvSpPr>
        <p:spPr>
          <a:xfrm>
            <a:off x="457200" y="56692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>
                <a:latin typeface="Calibri"/>
              </a:rPr>
              <a:t>{{LE1_IND_1}} ({{LE1_META_1}}) {{LE1_RES_1}}</a:t>
            </a:r>
          </a:p>
        </p:txBody>
      </p:sp>
      <p:sp>
        <p:nvSpPr>
          <p:cNvPr id="29" name="TextBox 19">
            <a:extLst>
              <a:ext uri="{FF2B5EF4-FFF2-40B4-BE49-F238E27FC236}">
                <a16:creationId xmlns:a16="http://schemas.microsoft.com/office/drawing/2014/main" id="{CA967AD0-3E52-5026-DA31-276543B3BC30}"/>
              </a:ext>
            </a:extLst>
          </p:cNvPr>
          <p:cNvSpPr txBox="1"/>
          <p:nvPr/>
        </p:nvSpPr>
        <p:spPr>
          <a:xfrm>
            <a:off x="4297680" y="56692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>
                <a:latin typeface="Calibri"/>
              </a:rPr>
              <a:t>{{LE1_IND_2}} ({{LE1_META_2}}) {{LE1_RES_2}}</a:t>
            </a:r>
          </a:p>
        </p:txBody>
      </p:sp>
      <p:sp>
        <p:nvSpPr>
          <p:cNvPr id="30" name="TextBox 20">
            <a:extLst>
              <a:ext uri="{FF2B5EF4-FFF2-40B4-BE49-F238E27FC236}">
                <a16:creationId xmlns:a16="http://schemas.microsoft.com/office/drawing/2014/main" id="{EBCAEA70-DF1C-8497-EDDE-1B0239424B6D}"/>
              </a:ext>
            </a:extLst>
          </p:cNvPr>
          <p:cNvSpPr txBox="1"/>
          <p:nvPr/>
        </p:nvSpPr>
        <p:spPr>
          <a:xfrm>
            <a:off x="8138160" y="56692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>
                <a:latin typeface="Calibri"/>
              </a:rPr>
              <a:t>{{LE1_IND_3}} ({{LE1_META_3}}) {{LE1_RES_3}}</a:t>
            </a:r>
          </a:p>
        </p:txBody>
      </p:sp>
      <p:sp>
        <p:nvSpPr>
          <p:cNvPr id="31" name="TextBox 21">
            <a:extLst>
              <a:ext uri="{FF2B5EF4-FFF2-40B4-BE49-F238E27FC236}">
                <a16:creationId xmlns:a16="http://schemas.microsoft.com/office/drawing/2014/main" id="{EF671A99-C875-C768-2A77-4E3E28667988}"/>
              </a:ext>
            </a:extLst>
          </p:cNvPr>
          <p:cNvSpPr txBox="1"/>
          <p:nvPr/>
        </p:nvSpPr>
        <p:spPr>
          <a:xfrm>
            <a:off x="457200" y="59436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>
                <a:latin typeface="Calibri"/>
              </a:rPr>
              <a:t>{{LE1_IND_4}} ({{LE1_META_4}}) {{LE1_RES_4}}</a:t>
            </a:r>
          </a:p>
        </p:txBody>
      </p:sp>
      <p:sp>
        <p:nvSpPr>
          <p:cNvPr id="32" name="TextBox 22">
            <a:extLst>
              <a:ext uri="{FF2B5EF4-FFF2-40B4-BE49-F238E27FC236}">
                <a16:creationId xmlns:a16="http://schemas.microsoft.com/office/drawing/2014/main" id="{B55B0D01-2962-E178-6648-1BDABA274CA1}"/>
              </a:ext>
            </a:extLst>
          </p:cNvPr>
          <p:cNvSpPr txBox="1"/>
          <p:nvPr/>
        </p:nvSpPr>
        <p:spPr>
          <a:xfrm>
            <a:off x="4297680" y="59436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>
                <a:latin typeface="Calibri"/>
              </a:rPr>
              <a:t>{{LE1_IND_5}} ({{LE1_META_5}}) {{LE1_RES_5}}</a:t>
            </a:r>
          </a:p>
        </p:txBody>
      </p:sp>
      <p:sp>
        <p:nvSpPr>
          <p:cNvPr id="33" name="TextBox 23">
            <a:extLst>
              <a:ext uri="{FF2B5EF4-FFF2-40B4-BE49-F238E27FC236}">
                <a16:creationId xmlns:a16="http://schemas.microsoft.com/office/drawing/2014/main" id="{B1427CE5-408A-AD7C-D6DE-549AA50AEB07}"/>
              </a:ext>
            </a:extLst>
          </p:cNvPr>
          <p:cNvSpPr txBox="1"/>
          <p:nvPr/>
        </p:nvSpPr>
        <p:spPr>
          <a:xfrm>
            <a:off x="8138160" y="59436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>
                <a:latin typeface="Calibri"/>
              </a:rPr>
              <a:t>{{LE1_IND_6}} ({{LE1_META_6}}) {{LE1_RES_6}}</a:t>
            </a:r>
          </a:p>
        </p:txBody>
      </p:sp>
      <p:sp>
        <p:nvSpPr>
          <p:cNvPr id="34" name="TextBox 24">
            <a:extLst>
              <a:ext uri="{FF2B5EF4-FFF2-40B4-BE49-F238E27FC236}">
                <a16:creationId xmlns:a16="http://schemas.microsoft.com/office/drawing/2014/main" id="{900B543B-27B6-5E6D-0B7C-706C9203E100}"/>
              </a:ext>
            </a:extLst>
          </p:cNvPr>
          <p:cNvSpPr txBox="1"/>
          <p:nvPr/>
        </p:nvSpPr>
        <p:spPr>
          <a:xfrm>
            <a:off x="457200" y="62179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>
                <a:latin typeface="Calibri"/>
              </a:rPr>
              <a:t>{{LE1_IND_7}} ({{LE1_META_7}}) {{LE1_RES_7}}</a:t>
            </a:r>
          </a:p>
        </p:txBody>
      </p:sp>
      <p:sp>
        <p:nvSpPr>
          <p:cNvPr id="59" name="TextBox 25">
            <a:extLst>
              <a:ext uri="{FF2B5EF4-FFF2-40B4-BE49-F238E27FC236}">
                <a16:creationId xmlns:a16="http://schemas.microsoft.com/office/drawing/2014/main" id="{576D384D-F98A-C7EA-0DAA-EE66AF6D06BE}"/>
              </a:ext>
            </a:extLst>
          </p:cNvPr>
          <p:cNvSpPr txBox="1"/>
          <p:nvPr/>
        </p:nvSpPr>
        <p:spPr>
          <a:xfrm>
            <a:off x="4297680" y="62179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>
                <a:latin typeface="Calibri"/>
              </a:rPr>
              <a:t>{{LE1_IND_8}} ({{LE1_META_8}}) {{LE1_RES_8}}</a:t>
            </a:r>
          </a:p>
        </p:txBody>
      </p:sp>
      <p:sp>
        <p:nvSpPr>
          <p:cNvPr id="63" name="TextBox 26">
            <a:extLst>
              <a:ext uri="{FF2B5EF4-FFF2-40B4-BE49-F238E27FC236}">
                <a16:creationId xmlns:a16="http://schemas.microsoft.com/office/drawing/2014/main" id="{F4E32729-BE13-F4FB-B9F2-C6083D4CF97A}"/>
              </a:ext>
            </a:extLst>
          </p:cNvPr>
          <p:cNvSpPr txBox="1"/>
          <p:nvPr/>
        </p:nvSpPr>
        <p:spPr>
          <a:xfrm>
            <a:off x="8138160" y="62179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>
                <a:latin typeface="Calibri"/>
              </a:rPr>
              <a:t>{{LE1_IND_9}} ({{LE1_META_9}}) {{LE1_RES_9}}</a:t>
            </a: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5D01E64E-4851-E559-5305-A97CC3D239F1}"/>
              </a:ext>
            </a:extLst>
          </p:cNvPr>
          <p:cNvSpPr txBox="1"/>
          <p:nvPr/>
        </p:nvSpPr>
        <p:spPr>
          <a:xfrm>
            <a:off x="6217920" y="219456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i="1" dirty="0">
                <a:solidFill>
                  <a:srgbClr val="585858"/>
                </a:solidFill>
                <a:latin typeface="Calibri"/>
              </a:rPr>
              <a:t>{{LE1_AVA_1}}</a:t>
            </a: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2CBED446-AD6D-8238-8A71-DAE31A3F06F7}"/>
              </a:ext>
            </a:extLst>
          </p:cNvPr>
          <p:cNvSpPr txBox="1"/>
          <p:nvPr/>
        </p:nvSpPr>
        <p:spPr>
          <a:xfrm>
            <a:off x="6217920" y="251460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i="1" dirty="0">
                <a:solidFill>
                  <a:srgbClr val="585858"/>
                </a:solidFill>
                <a:latin typeface="Calibri"/>
              </a:rPr>
              <a:t>{{LE1_AVA_2}}</a:t>
            </a:r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71DD2AD6-3D93-5BDE-D310-9E3B6E9445AC}"/>
              </a:ext>
            </a:extLst>
          </p:cNvPr>
          <p:cNvSpPr txBox="1"/>
          <p:nvPr/>
        </p:nvSpPr>
        <p:spPr>
          <a:xfrm>
            <a:off x="6217920" y="283464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i="1" dirty="0">
                <a:solidFill>
                  <a:srgbClr val="585858"/>
                </a:solidFill>
                <a:latin typeface="Calibri"/>
              </a:rPr>
              <a:t>{{LE1_AVA_3}}</a:t>
            </a:r>
          </a:p>
        </p:txBody>
      </p:sp>
      <p:sp>
        <p:nvSpPr>
          <p:cNvPr id="6" name="TextBox 11">
            <a:extLst>
              <a:ext uri="{FF2B5EF4-FFF2-40B4-BE49-F238E27FC236}">
                <a16:creationId xmlns:a16="http://schemas.microsoft.com/office/drawing/2014/main" id="{6EE13D2C-DA92-C3C2-F809-7DBCD24ADE58}"/>
              </a:ext>
            </a:extLst>
          </p:cNvPr>
          <p:cNvSpPr txBox="1"/>
          <p:nvPr/>
        </p:nvSpPr>
        <p:spPr>
          <a:xfrm>
            <a:off x="6217920" y="315468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i="1" dirty="0">
                <a:solidFill>
                  <a:srgbClr val="585858"/>
                </a:solidFill>
                <a:latin typeface="Calibri"/>
              </a:rPr>
              <a:t>{{LE1_AVA_4}}</a:t>
            </a: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C353FCB0-5AC4-C645-F4BB-CFF600590D69}"/>
              </a:ext>
            </a:extLst>
          </p:cNvPr>
          <p:cNvSpPr txBox="1"/>
          <p:nvPr/>
        </p:nvSpPr>
        <p:spPr>
          <a:xfrm>
            <a:off x="6217920" y="347472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i="1" dirty="0">
                <a:solidFill>
                  <a:srgbClr val="585858"/>
                </a:solidFill>
                <a:latin typeface="Calibri"/>
              </a:rPr>
              <a:t>{{LE1_AVA_5}}</a:t>
            </a:r>
          </a:p>
        </p:txBody>
      </p:sp>
      <p:sp>
        <p:nvSpPr>
          <p:cNvPr id="12" name="TextBox 13">
            <a:extLst>
              <a:ext uri="{FF2B5EF4-FFF2-40B4-BE49-F238E27FC236}">
                <a16:creationId xmlns:a16="http://schemas.microsoft.com/office/drawing/2014/main" id="{03FE1071-7D50-5607-7A98-05B0ADEC6CFC}"/>
              </a:ext>
            </a:extLst>
          </p:cNvPr>
          <p:cNvSpPr txBox="1"/>
          <p:nvPr/>
        </p:nvSpPr>
        <p:spPr>
          <a:xfrm>
            <a:off x="6217920" y="379476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i="1" dirty="0">
                <a:solidFill>
                  <a:srgbClr val="585858"/>
                </a:solidFill>
                <a:latin typeface="Calibri"/>
              </a:rPr>
              <a:t>{{LE1_AVA_6}}</a:t>
            </a:r>
          </a:p>
        </p:txBody>
      </p:sp>
      <p:sp>
        <p:nvSpPr>
          <p:cNvPr id="17" name="TextBox 14">
            <a:extLst>
              <a:ext uri="{FF2B5EF4-FFF2-40B4-BE49-F238E27FC236}">
                <a16:creationId xmlns:a16="http://schemas.microsoft.com/office/drawing/2014/main" id="{5D6B1EF9-F2C2-F82E-F65B-E9EA31B55F3C}"/>
              </a:ext>
            </a:extLst>
          </p:cNvPr>
          <p:cNvSpPr txBox="1"/>
          <p:nvPr/>
        </p:nvSpPr>
        <p:spPr>
          <a:xfrm>
            <a:off x="6217920" y="411480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i="1" dirty="0">
                <a:solidFill>
                  <a:srgbClr val="585858"/>
                </a:solidFill>
                <a:latin typeface="Calibri"/>
              </a:rPr>
              <a:t>{{LE1_AVA_7}}</a:t>
            </a: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F2E0E7FC-FC10-88B2-FC1F-12DE1A773590}"/>
              </a:ext>
            </a:extLst>
          </p:cNvPr>
          <p:cNvSpPr txBox="1"/>
          <p:nvPr/>
        </p:nvSpPr>
        <p:spPr>
          <a:xfrm>
            <a:off x="6217920" y="443484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i="1" dirty="0">
                <a:solidFill>
                  <a:srgbClr val="585858"/>
                </a:solidFill>
                <a:latin typeface="Calibri"/>
              </a:rPr>
              <a:t>{{LE1_AVA_8}}</a:t>
            </a:r>
          </a:p>
        </p:txBody>
      </p:sp>
      <p:sp>
        <p:nvSpPr>
          <p:cNvPr id="19" name="TextBox 16">
            <a:extLst>
              <a:ext uri="{FF2B5EF4-FFF2-40B4-BE49-F238E27FC236}">
                <a16:creationId xmlns:a16="http://schemas.microsoft.com/office/drawing/2014/main" id="{EB9D57B0-C94D-ADF2-D7E7-F48114D7CD4E}"/>
              </a:ext>
            </a:extLst>
          </p:cNvPr>
          <p:cNvSpPr txBox="1"/>
          <p:nvPr/>
        </p:nvSpPr>
        <p:spPr>
          <a:xfrm>
            <a:off x="6217920" y="475488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i="1" dirty="0">
                <a:solidFill>
                  <a:srgbClr val="585858"/>
                </a:solidFill>
                <a:latin typeface="Calibri"/>
              </a:rPr>
              <a:t>{{LE1_AVA_9}}</a:t>
            </a:r>
          </a:p>
        </p:txBody>
      </p:sp>
    </p:spTree>
    <p:extLst>
      <p:ext uri="{BB962C8B-B14F-4D97-AF65-F5344CB8AC3E}">
        <p14:creationId xmlns:p14="http://schemas.microsoft.com/office/powerpoint/2010/main" val="3478331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BB8BB-CA0F-88ED-B04D-CDAA4E68D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98A854-B849-2F03-7AFA-6E18896AD883}"/>
              </a:ext>
            </a:extLst>
          </p:cNvPr>
          <p:cNvSpPr txBox="1"/>
          <p:nvPr/>
        </p:nvSpPr>
        <p:spPr>
          <a:xfrm>
            <a:off x="457200" y="91440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HOJA DE RUTA / PLAN DE TRABAJO ({{UNIDAD}})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2FA1FC3-2958-AD5B-3D35-EF77763FF65B}"/>
              </a:ext>
            </a:extLst>
          </p:cNvPr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0D714275-93E1-2E28-BFEA-20EF65A8E516}"/>
              </a:ext>
            </a:extLst>
          </p:cNvPr>
          <p:cNvSpPr/>
          <p:nvPr/>
        </p:nvSpPr>
        <p:spPr>
          <a:xfrm>
            <a:off x="457200" y="853440"/>
            <a:ext cx="1124712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LÍNEA ESTRATÉGICA </a:t>
            </a:r>
            <a:r>
              <a:rPr kumimoji="0" lang="es-CO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endParaRPr kumimoji="0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26E493A5-FCB8-A6F9-02A7-9B3CF19DFC60}"/>
              </a:ext>
            </a:extLst>
          </p:cNvPr>
          <p:cNvSpPr txBox="1"/>
          <p:nvPr/>
        </p:nvSpPr>
        <p:spPr>
          <a:xfrm>
            <a:off x="457200" y="1188720"/>
            <a:ext cx="11247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2E6DA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1000" b="0" i="0" u="none" strike="noStrike" kern="1200" cap="none" spc="0" normalizeH="0" baseline="0" noProof="0" dirty="0">
                <a:ln>
                  <a:noFill/>
                </a:ln>
                <a:solidFill>
                  <a:srgbClr val="2E6DA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LE2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2E6DA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_NOMBRE}}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8802A5C3-2FBC-9F68-5C34-822526C813C2}"/>
              </a:ext>
            </a:extLst>
          </p:cNvPr>
          <p:cNvSpPr/>
          <p:nvPr/>
        </p:nvSpPr>
        <p:spPr>
          <a:xfrm>
            <a:off x="457200" y="182880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ACCIONES VP {{TIPO}} Avance {{TRIMESTRE}}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5346206-E193-4227-F143-D9EDD0A5EE9D}"/>
              </a:ext>
            </a:extLst>
          </p:cNvPr>
          <p:cNvSpPr/>
          <p:nvPr/>
        </p:nvSpPr>
        <p:spPr>
          <a:xfrm>
            <a:off x="6217920" y="182880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ACTIVIDADES COMERCIALES CLAVE Avance {{TRIMESTRE}}</a:t>
            </a: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74966B2A-73C1-B958-2EC4-C3D6BB42BD15}"/>
              </a:ext>
            </a:extLst>
          </p:cNvPr>
          <p:cNvSpPr txBox="1"/>
          <p:nvPr/>
        </p:nvSpPr>
        <p:spPr>
          <a:xfrm>
            <a:off x="457200" y="224028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LE2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_ACC_1}}</a:t>
            </a:r>
            <a:endParaRPr kumimoji="0" sz="700" b="0" i="1" u="none" strike="noStrike" kern="1200" cap="none" spc="0" normalizeH="0" baseline="0" noProof="0" dirty="0">
              <a:ln>
                <a:noFill/>
              </a:ln>
              <a:solidFill>
                <a:srgbClr val="58585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027D3840-A1C2-122D-5A0D-F679D7513C2F}"/>
              </a:ext>
            </a:extLst>
          </p:cNvPr>
          <p:cNvSpPr txBox="1"/>
          <p:nvPr/>
        </p:nvSpPr>
        <p:spPr>
          <a:xfrm>
            <a:off x="457200" y="256032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LE2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_ACC_2}}</a:t>
            </a:r>
            <a:endParaRPr kumimoji="0" sz="700" b="0" i="1" u="none" strike="noStrike" kern="1200" cap="none" spc="0" normalizeH="0" baseline="0" noProof="0" dirty="0">
              <a:ln>
                <a:noFill/>
              </a:ln>
              <a:solidFill>
                <a:srgbClr val="58585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050EFB01-E16D-8622-0D40-2757EDAFF847}"/>
              </a:ext>
            </a:extLst>
          </p:cNvPr>
          <p:cNvSpPr txBox="1"/>
          <p:nvPr/>
        </p:nvSpPr>
        <p:spPr>
          <a:xfrm>
            <a:off x="457200" y="288036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LE2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_ACC_3}}</a:t>
            </a:r>
            <a:endParaRPr kumimoji="0" sz="700" b="0" i="1" u="none" strike="noStrike" kern="1200" cap="none" spc="0" normalizeH="0" baseline="0" noProof="0" dirty="0">
              <a:ln>
                <a:noFill/>
              </a:ln>
              <a:solidFill>
                <a:srgbClr val="58585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1">
            <a:extLst>
              <a:ext uri="{FF2B5EF4-FFF2-40B4-BE49-F238E27FC236}">
                <a16:creationId xmlns:a16="http://schemas.microsoft.com/office/drawing/2014/main" id="{BBA8E42C-83DE-456A-6735-1A21C5FCEF22}"/>
              </a:ext>
            </a:extLst>
          </p:cNvPr>
          <p:cNvSpPr txBox="1"/>
          <p:nvPr/>
        </p:nvSpPr>
        <p:spPr>
          <a:xfrm>
            <a:off x="457200" y="320040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LE2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_ACC_4}}</a:t>
            </a:r>
            <a:endParaRPr kumimoji="0" sz="700" b="0" i="1" u="none" strike="noStrike" kern="1200" cap="none" spc="0" normalizeH="0" baseline="0" noProof="0" dirty="0">
              <a:ln>
                <a:noFill/>
              </a:ln>
              <a:solidFill>
                <a:srgbClr val="58585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Box 12">
            <a:extLst>
              <a:ext uri="{FF2B5EF4-FFF2-40B4-BE49-F238E27FC236}">
                <a16:creationId xmlns:a16="http://schemas.microsoft.com/office/drawing/2014/main" id="{9345BF21-F2AB-CC5D-A232-6C99F8565CE9}"/>
              </a:ext>
            </a:extLst>
          </p:cNvPr>
          <p:cNvSpPr txBox="1"/>
          <p:nvPr/>
        </p:nvSpPr>
        <p:spPr>
          <a:xfrm>
            <a:off x="457200" y="352044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LE2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_ACC_5}}</a:t>
            </a:r>
            <a:endParaRPr kumimoji="0" sz="700" b="0" i="1" u="none" strike="noStrike" kern="1200" cap="none" spc="0" normalizeH="0" baseline="0" noProof="0" dirty="0">
              <a:ln>
                <a:noFill/>
              </a:ln>
              <a:solidFill>
                <a:srgbClr val="58585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Box 13">
            <a:extLst>
              <a:ext uri="{FF2B5EF4-FFF2-40B4-BE49-F238E27FC236}">
                <a16:creationId xmlns:a16="http://schemas.microsoft.com/office/drawing/2014/main" id="{68D6F0CE-38FB-3CBE-80CA-50267DBBFF75}"/>
              </a:ext>
            </a:extLst>
          </p:cNvPr>
          <p:cNvSpPr txBox="1"/>
          <p:nvPr/>
        </p:nvSpPr>
        <p:spPr>
          <a:xfrm>
            <a:off x="457200" y="384048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LE2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_ACC_6}}</a:t>
            </a:r>
            <a:endParaRPr kumimoji="0" sz="700" b="0" i="1" u="none" strike="noStrike" kern="1200" cap="none" spc="0" normalizeH="0" baseline="0" noProof="0" dirty="0">
              <a:ln>
                <a:noFill/>
              </a:ln>
              <a:solidFill>
                <a:srgbClr val="58585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Box 14">
            <a:extLst>
              <a:ext uri="{FF2B5EF4-FFF2-40B4-BE49-F238E27FC236}">
                <a16:creationId xmlns:a16="http://schemas.microsoft.com/office/drawing/2014/main" id="{30E5F1B6-A9B6-797B-7D16-FE91D23DA0DC}"/>
              </a:ext>
            </a:extLst>
          </p:cNvPr>
          <p:cNvSpPr txBox="1"/>
          <p:nvPr/>
        </p:nvSpPr>
        <p:spPr>
          <a:xfrm>
            <a:off x="457200" y="416052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LE2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_ACC_7}}</a:t>
            </a:r>
            <a:endParaRPr kumimoji="0" sz="700" b="0" i="1" u="none" strike="noStrike" kern="1200" cap="none" spc="0" normalizeH="0" baseline="0" noProof="0" dirty="0">
              <a:ln>
                <a:noFill/>
              </a:ln>
              <a:solidFill>
                <a:srgbClr val="58585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15">
            <a:extLst>
              <a:ext uri="{FF2B5EF4-FFF2-40B4-BE49-F238E27FC236}">
                <a16:creationId xmlns:a16="http://schemas.microsoft.com/office/drawing/2014/main" id="{10BF0FB7-278C-E817-7F39-C665476EADDE}"/>
              </a:ext>
            </a:extLst>
          </p:cNvPr>
          <p:cNvSpPr txBox="1"/>
          <p:nvPr/>
        </p:nvSpPr>
        <p:spPr>
          <a:xfrm>
            <a:off x="457200" y="448056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LE2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_ACC_8}}</a:t>
            </a:r>
            <a:endParaRPr kumimoji="0" sz="700" b="0" i="1" u="none" strike="noStrike" kern="1200" cap="none" spc="0" normalizeH="0" baseline="0" noProof="0" dirty="0">
              <a:ln>
                <a:noFill/>
              </a:ln>
              <a:solidFill>
                <a:srgbClr val="58585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TextBox 16">
            <a:extLst>
              <a:ext uri="{FF2B5EF4-FFF2-40B4-BE49-F238E27FC236}">
                <a16:creationId xmlns:a16="http://schemas.microsoft.com/office/drawing/2014/main" id="{67ABFCE9-66BA-7020-CC83-0CF411D6ABB5}"/>
              </a:ext>
            </a:extLst>
          </p:cNvPr>
          <p:cNvSpPr txBox="1"/>
          <p:nvPr/>
        </p:nvSpPr>
        <p:spPr>
          <a:xfrm>
            <a:off x="457200" y="480060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LE2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_ACC_9}}</a:t>
            </a:r>
            <a:endParaRPr kumimoji="0" sz="700" b="0" i="1" u="none" strike="noStrike" kern="1200" cap="none" spc="0" normalizeH="0" baseline="0" noProof="0" dirty="0">
              <a:ln>
                <a:noFill/>
              </a:ln>
              <a:solidFill>
                <a:srgbClr val="58585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17">
            <a:extLst>
              <a:ext uri="{FF2B5EF4-FFF2-40B4-BE49-F238E27FC236}">
                <a16:creationId xmlns:a16="http://schemas.microsoft.com/office/drawing/2014/main" id="{523BD3C9-5C59-6BEA-2BAF-BE6DBE79D1AE}"/>
              </a:ext>
            </a:extLst>
          </p:cNvPr>
          <p:cNvSpPr/>
          <p:nvPr/>
        </p:nvSpPr>
        <p:spPr>
          <a:xfrm>
            <a:off x="457200" y="5303520"/>
            <a:ext cx="1124712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INDICADORES DE ÉXITO / RESULTADOS (META ESTIMADA {{AÑO}}) Avance {{TRIMESTRE}}</a:t>
            </a:r>
          </a:p>
        </p:txBody>
      </p:sp>
      <p:sp>
        <p:nvSpPr>
          <p:cNvPr id="28" name="TextBox 18">
            <a:extLst>
              <a:ext uri="{FF2B5EF4-FFF2-40B4-BE49-F238E27FC236}">
                <a16:creationId xmlns:a16="http://schemas.microsoft.com/office/drawing/2014/main" id="{710A18A6-1E2B-9F35-E375-619845915803}"/>
              </a:ext>
            </a:extLst>
          </p:cNvPr>
          <p:cNvSpPr txBox="1"/>
          <p:nvPr/>
        </p:nvSpPr>
        <p:spPr>
          <a:xfrm>
            <a:off x="457200" y="5669280"/>
            <a:ext cx="36576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LE2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_IND_1}} ({{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LE2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_META_1}}) 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LE2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_RES_1}}</a:t>
            </a:r>
          </a:p>
        </p:txBody>
      </p:sp>
      <p:sp>
        <p:nvSpPr>
          <p:cNvPr id="29" name="TextBox 19">
            <a:extLst>
              <a:ext uri="{FF2B5EF4-FFF2-40B4-BE49-F238E27FC236}">
                <a16:creationId xmlns:a16="http://schemas.microsoft.com/office/drawing/2014/main" id="{CA967AD0-3E52-5026-DA31-276543B3BC30}"/>
              </a:ext>
            </a:extLst>
          </p:cNvPr>
          <p:cNvSpPr txBox="1"/>
          <p:nvPr/>
        </p:nvSpPr>
        <p:spPr>
          <a:xfrm>
            <a:off x="4297680" y="5669280"/>
            <a:ext cx="36576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LE2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_IND_2}} ({{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LE2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_META_2}}) 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LE2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_RES_2}}</a:t>
            </a:r>
          </a:p>
        </p:txBody>
      </p:sp>
      <p:sp>
        <p:nvSpPr>
          <p:cNvPr id="30" name="TextBox 20">
            <a:extLst>
              <a:ext uri="{FF2B5EF4-FFF2-40B4-BE49-F238E27FC236}">
                <a16:creationId xmlns:a16="http://schemas.microsoft.com/office/drawing/2014/main" id="{EBCAEA70-DF1C-8497-EDDE-1B0239424B6D}"/>
              </a:ext>
            </a:extLst>
          </p:cNvPr>
          <p:cNvSpPr txBox="1"/>
          <p:nvPr/>
        </p:nvSpPr>
        <p:spPr>
          <a:xfrm>
            <a:off x="8138160" y="5669280"/>
            <a:ext cx="36576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LE2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_IND_3}} ({{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LE2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_META_3}}) 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LE2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_RES_3}}</a:t>
            </a:r>
          </a:p>
        </p:txBody>
      </p:sp>
      <p:sp>
        <p:nvSpPr>
          <p:cNvPr id="31" name="TextBox 21">
            <a:extLst>
              <a:ext uri="{FF2B5EF4-FFF2-40B4-BE49-F238E27FC236}">
                <a16:creationId xmlns:a16="http://schemas.microsoft.com/office/drawing/2014/main" id="{EF671A99-C875-C768-2A77-4E3E28667988}"/>
              </a:ext>
            </a:extLst>
          </p:cNvPr>
          <p:cNvSpPr txBox="1"/>
          <p:nvPr/>
        </p:nvSpPr>
        <p:spPr>
          <a:xfrm>
            <a:off x="457200" y="5943600"/>
            <a:ext cx="36576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LE2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_IND_4}} ({{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LE2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_META_4}}) 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LE2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_RES_4}}</a:t>
            </a:r>
          </a:p>
        </p:txBody>
      </p:sp>
      <p:sp>
        <p:nvSpPr>
          <p:cNvPr id="32" name="TextBox 22">
            <a:extLst>
              <a:ext uri="{FF2B5EF4-FFF2-40B4-BE49-F238E27FC236}">
                <a16:creationId xmlns:a16="http://schemas.microsoft.com/office/drawing/2014/main" id="{B55B0D01-2962-E178-6648-1BDABA274CA1}"/>
              </a:ext>
            </a:extLst>
          </p:cNvPr>
          <p:cNvSpPr txBox="1"/>
          <p:nvPr/>
        </p:nvSpPr>
        <p:spPr>
          <a:xfrm>
            <a:off x="4297680" y="5943600"/>
            <a:ext cx="36576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LE2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_IND_5}} ({{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LE2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_META_5}}) 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LE2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_RES_5}}</a:t>
            </a:r>
          </a:p>
        </p:txBody>
      </p:sp>
      <p:sp>
        <p:nvSpPr>
          <p:cNvPr id="33" name="TextBox 23">
            <a:extLst>
              <a:ext uri="{FF2B5EF4-FFF2-40B4-BE49-F238E27FC236}">
                <a16:creationId xmlns:a16="http://schemas.microsoft.com/office/drawing/2014/main" id="{B1427CE5-408A-AD7C-D6DE-549AA50AEB07}"/>
              </a:ext>
            </a:extLst>
          </p:cNvPr>
          <p:cNvSpPr txBox="1"/>
          <p:nvPr/>
        </p:nvSpPr>
        <p:spPr>
          <a:xfrm>
            <a:off x="8138160" y="5943600"/>
            <a:ext cx="36576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LE2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_IND_6}} ({{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LE2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_META_6}}) 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LE2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_RES_6}}</a:t>
            </a:r>
          </a:p>
        </p:txBody>
      </p:sp>
      <p:sp>
        <p:nvSpPr>
          <p:cNvPr id="34" name="TextBox 24">
            <a:extLst>
              <a:ext uri="{FF2B5EF4-FFF2-40B4-BE49-F238E27FC236}">
                <a16:creationId xmlns:a16="http://schemas.microsoft.com/office/drawing/2014/main" id="{900B543B-27B6-5E6D-0B7C-706C9203E100}"/>
              </a:ext>
            </a:extLst>
          </p:cNvPr>
          <p:cNvSpPr txBox="1"/>
          <p:nvPr/>
        </p:nvSpPr>
        <p:spPr>
          <a:xfrm>
            <a:off x="457200" y="6217920"/>
            <a:ext cx="36576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LE2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_IND_7}} ({{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LE2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_META_7}}) 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LE2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_RES_7}}</a:t>
            </a:r>
          </a:p>
        </p:txBody>
      </p:sp>
      <p:sp>
        <p:nvSpPr>
          <p:cNvPr id="59" name="TextBox 25">
            <a:extLst>
              <a:ext uri="{FF2B5EF4-FFF2-40B4-BE49-F238E27FC236}">
                <a16:creationId xmlns:a16="http://schemas.microsoft.com/office/drawing/2014/main" id="{576D384D-F98A-C7EA-0DAA-EE66AF6D06BE}"/>
              </a:ext>
            </a:extLst>
          </p:cNvPr>
          <p:cNvSpPr txBox="1"/>
          <p:nvPr/>
        </p:nvSpPr>
        <p:spPr>
          <a:xfrm>
            <a:off x="4297680" y="6217920"/>
            <a:ext cx="36576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LE2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_IND_8}} ({{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LE2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_META_8}}) 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LE2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_RES_8}}</a:t>
            </a:r>
          </a:p>
        </p:txBody>
      </p:sp>
      <p:sp>
        <p:nvSpPr>
          <p:cNvPr id="63" name="TextBox 26">
            <a:extLst>
              <a:ext uri="{FF2B5EF4-FFF2-40B4-BE49-F238E27FC236}">
                <a16:creationId xmlns:a16="http://schemas.microsoft.com/office/drawing/2014/main" id="{F4E32729-BE13-F4FB-B9F2-C6083D4CF97A}"/>
              </a:ext>
            </a:extLst>
          </p:cNvPr>
          <p:cNvSpPr txBox="1"/>
          <p:nvPr/>
        </p:nvSpPr>
        <p:spPr>
          <a:xfrm>
            <a:off x="8138160" y="6217920"/>
            <a:ext cx="36576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LE2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_IND_9}} ({{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LE2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_META_9}}) 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LE2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_RES_9}}</a:t>
            </a: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5D01E64E-4851-E559-5305-A97CC3D239F1}"/>
              </a:ext>
            </a:extLst>
          </p:cNvPr>
          <p:cNvSpPr txBox="1"/>
          <p:nvPr/>
        </p:nvSpPr>
        <p:spPr>
          <a:xfrm>
            <a:off x="6217920" y="219456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LE2</a:t>
            </a:r>
            <a:r>
              <a:rPr kumimoji="0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_AVA_1}}</a:t>
            </a: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2CBED446-AD6D-8238-8A71-DAE31A3F06F7}"/>
              </a:ext>
            </a:extLst>
          </p:cNvPr>
          <p:cNvSpPr txBox="1"/>
          <p:nvPr/>
        </p:nvSpPr>
        <p:spPr>
          <a:xfrm>
            <a:off x="6217920" y="251460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LE2</a:t>
            </a:r>
            <a:r>
              <a:rPr kumimoji="0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_AVA_2}}</a:t>
            </a:r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71DD2AD6-3D93-5BDE-D310-9E3B6E9445AC}"/>
              </a:ext>
            </a:extLst>
          </p:cNvPr>
          <p:cNvSpPr txBox="1"/>
          <p:nvPr/>
        </p:nvSpPr>
        <p:spPr>
          <a:xfrm>
            <a:off x="6217920" y="283464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LE2</a:t>
            </a:r>
            <a:r>
              <a:rPr kumimoji="0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_AVA_3}}</a:t>
            </a:r>
          </a:p>
        </p:txBody>
      </p:sp>
      <p:sp>
        <p:nvSpPr>
          <p:cNvPr id="6" name="TextBox 11">
            <a:extLst>
              <a:ext uri="{FF2B5EF4-FFF2-40B4-BE49-F238E27FC236}">
                <a16:creationId xmlns:a16="http://schemas.microsoft.com/office/drawing/2014/main" id="{6EE13D2C-DA92-C3C2-F809-7DBCD24ADE58}"/>
              </a:ext>
            </a:extLst>
          </p:cNvPr>
          <p:cNvSpPr txBox="1"/>
          <p:nvPr/>
        </p:nvSpPr>
        <p:spPr>
          <a:xfrm>
            <a:off x="6217920" y="315468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LE2</a:t>
            </a:r>
            <a:r>
              <a:rPr kumimoji="0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_AVA_4}}</a:t>
            </a: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C353FCB0-5AC4-C645-F4BB-CFF600590D69}"/>
              </a:ext>
            </a:extLst>
          </p:cNvPr>
          <p:cNvSpPr txBox="1"/>
          <p:nvPr/>
        </p:nvSpPr>
        <p:spPr>
          <a:xfrm>
            <a:off x="6217920" y="347472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LE2</a:t>
            </a:r>
            <a:r>
              <a:rPr kumimoji="0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_AVA_5}}</a:t>
            </a:r>
          </a:p>
        </p:txBody>
      </p:sp>
      <p:sp>
        <p:nvSpPr>
          <p:cNvPr id="12" name="TextBox 13">
            <a:extLst>
              <a:ext uri="{FF2B5EF4-FFF2-40B4-BE49-F238E27FC236}">
                <a16:creationId xmlns:a16="http://schemas.microsoft.com/office/drawing/2014/main" id="{03FE1071-7D50-5607-7A98-05B0ADEC6CFC}"/>
              </a:ext>
            </a:extLst>
          </p:cNvPr>
          <p:cNvSpPr txBox="1"/>
          <p:nvPr/>
        </p:nvSpPr>
        <p:spPr>
          <a:xfrm>
            <a:off x="6217920" y="379476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LE2</a:t>
            </a:r>
            <a:r>
              <a:rPr kumimoji="0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_AVA_6}}</a:t>
            </a:r>
          </a:p>
        </p:txBody>
      </p:sp>
      <p:sp>
        <p:nvSpPr>
          <p:cNvPr id="17" name="TextBox 14">
            <a:extLst>
              <a:ext uri="{FF2B5EF4-FFF2-40B4-BE49-F238E27FC236}">
                <a16:creationId xmlns:a16="http://schemas.microsoft.com/office/drawing/2014/main" id="{5D6B1EF9-F2C2-F82E-F65B-E9EA31B55F3C}"/>
              </a:ext>
            </a:extLst>
          </p:cNvPr>
          <p:cNvSpPr txBox="1"/>
          <p:nvPr/>
        </p:nvSpPr>
        <p:spPr>
          <a:xfrm>
            <a:off x="6217920" y="411480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LE2</a:t>
            </a:r>
            <a:r>
              <a:rPr kumimoji="0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_AVA_7}}</a:t>
            </a: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F2E0E7FC-FC10-88B2-FC1F-12DE1A773590}"/>
              </a:ext>
            </a:extLst>
          </p:cNvPr>
          <p:cNvSpPr txBox="1"/>
          <p:nvPr/>
        </p:nvSpPr>
        <p:spPr>
          <a:xfrm>
            <a:off x="6217920" y="443484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LE2</a:t>
            </a:r>
            <a:r>
              <a:rPr kumimoji="0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_AVA_8}}</a:t>
            </a:r>
          </a:p>
        </p:txBody>
      </p:sp>
      <p:sp>
        <p:nvSpPr>
          <p:cNvPr id="19" name="TextBox 16">
            <a:extLst>
              <a:ext uri="{FF2B5EF4-FFF2-40B4-BE49-F238E27FC236}">
                <a16:creationId xmlns:a16="http://schemas.microsoft.com/office/drawing/2014/main" id="{EB9D57B0-C94D-ADF2-D7E7-F48114D7CD4E}"/>
              </a:ext>
            </a:extLst>
          </p:cNvPr>
          <p:cNvSpPr txBox="1"/>
          <p:nvPr/>
        </p:nvSpPr>
        <p:spPr>
          <a:xfrm>
            <a:off x="6217920" y="475488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LE2</a:t>
            </a:r>
            <a:r>
              <a:rPr kumimoji="0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_AVA_9}}</a:t>
            </a:r>
          </a:p>
        </p:txBody>
      </p:sp>
    </p:spTree>
    <p:extLst>
      <p:ext uri="{BB962C8B-B14F-4D97-AF65-F5344CB8AC3E}">
        <p14:creationId xmlns:p14="http://schemas.microsoft.com/office/powerpoint/2010/main" val="1996105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BB8BB-CA0F-88ED-B04D-CDAA4E68D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98A854-B849-2F03-7AFA-6E18896AD883}"/>
              </a:ext>
            </a:extLst>
          </p:cNvPr>
          <p:cNvSpPr txBox="1"/>
          <p:nvPr/>
        </p:nvSpPr>
        <p:spPr>
          <a:xfrm>
            <a:off x="457200" y="91440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HOJA DE RUTA / PLAN DE TRABAJO ({{UNIDAD}})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2FA1FC3-2958-AD5B-3D35-EF77763FF65B}"/>
              </a:ext>
            </a:extLst>
          </p:cNvPr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0D714275-93E1-2E28-BFEA-20EF65A8E516}"/>
              </a:ext>
            </a:extLst>
          </p:cNvPr>
          <p:cNvSpPr/>
          <p:nvPr/>
        </p:nvSpPr>
        <p:spPr>
          <a:xfrm>
            <a:off x="457200" y="853440"/>
            <a:ext cx="1124712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LÍNEA ESTRATÉGICA </a:t>
            </a:r>
            <a:r>
              <a:rPr kumimoji="0" lang="es-CO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  <a:endParaRPr kumimoji="0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26E493A5-FCB8-A6F9-02A7-9B3CF19DFC60}"/>
              </a:ext>
            </a:extLst>
          </p:cNvPr>
          <p:cNvSpPr txBox="1"/>
          <p:nvPr/>
        </p:nvSpPr>
        <p:spPr>
          <a:xfrm>
            <a:off x="457200" y="1188720"/>
            <a:ext cx="11247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2E6DA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1000" b="0" i="0" u="none" strike="noStrike" kern="1200" cap="none" spc="0" normalizeH="0" baseline="0" noProof="0" dirty="0">
                <a:ln>
                  <a:noFill/>
                </a:ln>
                <a:solidFill>
                  <a:srgbClr val="2E6DA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LE3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2E6DA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_NOMBRE}}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8802A5C3-2FBC-9F68-5C34-822526C813C2}"/>
              </a:ext>
            </a:extLst>
          </p:cNvPr>
          <p:cNvSpPr/>
          <p:nvPr/>
        </p:nvSpPr>
        <p:spPr>
          <a:xfrm>
            <a:off x="457200" y="182880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ACCIONES VP {{TIPO}} Avance {{TRIMESTRE}}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5346206-E193-4227-F143-D9EDD0A5EE9D}"/>
              </a:ext>
            </a:extLst>
          </p:cNvPr>
          <p:cNvSpPr/>
          <p:nvPr/>
        </p:nvSpPr>
        <p:spPr>
          <a:xfrm>
            <a:off x="6217920" y="182880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ACTIVIDADES COMERCIALES CLAVE Avance {{TRIMESTRE}}</a:t>
            </a: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74966B2A-73C1-B958-2EC4-C3D6BB42BD15}"/>
              </a:ext>
            </a:extLst>
          </p:cNvPr>
          <p:cNvSpPr txBox="1"/>
          <p:nvPr/>
        </p:nvSpPr>
        <p:spPr>
          <a:xfrm>
            <a:off x="457200" y="224028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LE3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_ACC_1}}</a:t>
            </a:r>
            <a:endParaRPr kumimoji="0" sz="700" b="0" i="1" u="none" strike="noStrike" kern="1200" cap="none" spc="0" normalizeH="0" baseline="0" noProof="0" dirty="0">
              <a:ln>
                <a:noFill/>
              </a:ln>
              <a:solidFill>
                <a:srgbClr val="58585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027D3840-A1C2-122D-5A0D-F679D7513C2F}"/>
              </a:ext>
            </a:extLst>
          </p:cNvPr>
          <p:cNvSpPr txBox="1"/>
          <p:nvPr/>
        </p:nvSpPr>
        <p:spPr>
          <a:xfrm>
            <a:off x="457200" y="256032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LE3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_ACC_2}}</a:t>
            </a:r>
            <a:endParaRPr kumimoji="0" sz="700" b="0" i="1" u="none" strike="noStrike" kern="1200" cap="none" spc="0" normalizeH="0" baseline="0" noProof="0" dirty="0">
              <a:ln>
                <a:noFill/>
              </a:ln>
              <a:solidFill>
                <a:srgbClr val="58585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050EFB01-E16D-8622-0D40-2757EDAFF847}"/>
              </a:ext>
            </a:extLst>
          </p:cNvPr>
          <p:cNvSpPr txBox="1"/>
          <p:nvPr/>
        </p:nvSpPr>
        <p:spPr>
          <a:xfrm>
            <a:off x="457200" y="288036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LE3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_ACC_3}}</a:t>
            </a:r>
            <a:endParaRPr kumimoji="0" sz="700" b="0" i="1" u="none" strike="noStrike" kern="1200" cap="none" spc="0" normalizeH="0" baseline="0" noProof="0" dirty="0">
              <a:ln>
                <a:noFill/>
              </a:ln>
              <a:solidFill>
                <a:srgbClr val="58585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1">
            <a:extLst>
              <a:ext uri="{FF2B5EF4-FFF2-40B4-BE49-F238E27FC236}">
                <a16:creationId xmlns:a16="http://schemas.microsoft.com/office/drawing/2014/main" id="{BBA8E42C-83DE-456A-6735-1A21C5FCEF22}"/>
              </a:ext>
            </a:extLst>
          </p:cNvPr>
          <p:cNvSpPr txBox="1"/>
          <p:nvPr/>
        </p:nvSpPr>
        <p:spPr>
          <a:xfrm>
            <a:off x="457200" y="320040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LE3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_ACC_4}}</a:t>
            </a:r>
            <a:endParaRPr kumimoji="0" sz="700" b="0" i="1" u="none" strike="noStrike" kern="1200" cap="none" spc="0" normalizeH="0" baseline="0" noProof="0" dirty="0">
              <a:ln>
                <a:noFill/>
              </a:ln>
              <a:solidFill>
                <a:srgbClr val="58585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Box 12">
            <a:extLst>
              <a:ext uri="{FF2B5EF4-FFF2-40B4-BE49-F238E27FC236}">
                <a16:creationId xmlns:a16="http://schemas.microsoft.com/office/drawing/2014/main" id="{9345BF21-F2AB-CC5D-A232-6C99F8565CE9}"/>
              </a:ext>
            </a:extLst>
          </p:cNvPr>
          <p:cNvSpPr txBox="1"/>
          <p:nvPr/>
        </p:nvSpPr>
        <p:spPr>
          <a:xfrm>
            <a:off x="457200" y="352044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LE3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_ACC_5}}</a:t>
            </a:r>
            <a:endParaRPr kumimoji="0" sz="700" b="0" i="1" u="none" strike="noStrike" kern="1200" cap="none" spc="0" normalizeH="0" baseline="0" noProof="0" dirty="0">
              <a:ln>
                <a:noFill/>
              </a:ln>
              <a:solidFill>
                <a:srgbClr val="58585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Box 13">
            <a:extLst>
              <a:ext uri="{FF2B5EF4-FFF2-40B4-BE49-F238E27FC236}">
                <a16:creationId xmlns:a16="http://schemas.microsoft.com/office/drawing/2014/main" id="{68D6F0CE-38FB-3CBE-80CA-50267DBBFF75}"/>
              </a:ext>
            </a:extLst>
          </p:cNvPr>
          <p:cNvSpPr txBox="1"/>
          <p:nvPr/>
        </p:nvSpPr>
        <p:spPr>
          <a:xfrm>
            <a:off x="457200" y="384048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LE3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_ACC_6}}</a:t>
            </a:r>
            <a:endParaRPr kumimoji="0" sz="700" b="0" i="1" u="none" strike="noStrike" kern="1200" cap="none" spc="0" normalizeH="0" baseline="0" noProof="0" dirty="0">
              <a:ln>
                <a:noFill/>
              </a:ln>
              <a:solidFill>
                <a:srgbClr val="58585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Box 14">
            <a:extLst>
              <a:ext uri="{FF2B5EF4-FFF2-40B4-BE49-F238E27FC236}">
                <a16:creationId xmlns:a16="http://schemas.microsoft.com/office/drawing/2014/main" id="{30E5F1B6-A9B6-797B-7D16-FE91D23DA0DC}"/>
              </a:ext>
            </a:extLst>
          </p:cNvPr>
          <p:cNvSpPr txBox="1"/>
          <p:nvPr/>
        </p:nvSpPr>
        <p:spPr>
          <a:xfrm>
            <a:off x="457200" y="416052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LE3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_ACC_7}}</a:t>
            </a:r>
            <a:endParaRPr kumimoji="0" sz="700" b="0" i="1" u="none" strike="noStrike" kern="1200" cap="none" spc="0" normalizeH="0" baseline="0" noProof="0" dirty="0">
              <a:ln>
                <a:noFill/>
              </a:ln>
              <a:solidFill>
                <a:srgbClr val="58585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15">
            <a:extLst>
              <a:ext uri="{FF2B5EF4-FFF2-40B4-BE49-F238E27FC236}">
                <a16:creationId xmlns:a16="http://schemas.microsoft.com/office/drawing/2014/main" id="{10BF0FB7-278C-E817-7F39-C665476EADDE}"/>
              </a:ext>
            </a:extLst>
          </p:cNvPr>
          <p:cNvSpPr txBox="1"/>
          <p:nvPr/>
        </p:nvSpPr>
        <p:spPr>
          <a:xfrm>
            <a:off x="457200" y="448056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LE3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_ACC_8}}</a:t>
            </a:r>
            <a:endParaRPr kumimoji="0" sz="700" b="0" i="1" u="none" strike="noStrike" kern="1200" cap="none" spc="0" normalizeH="0" baseline="0" noProof="0" dirty="0">
              <a:ln>
                <a:noFill/>
              </a:ln>
              <a:solidFill>
                <a:srgbClr val="58585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TextBox 16">
            <a:extLst>
              <a:ext uri="{FF2B5EF4-FFF2-40B4-BE49-F238E27FC236}">
                <a16:creationId xmlns:a16="http://schemas.microsoft.com/office/drawing/2014/main" id="{67ABFCE9-66BA-7020-CC83-0CF411D6ABB5}"/>
              </a:ext>
            </a:extLst>
          </p:cNvPr>
          <p:cNvSpPr txBox="1"/>
          <p:nvPr/>
        </p:nvSpPr>
        <p:spPr>
          <a:xfrm>
            <a:off x="457200" y="480060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LE3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_ACC_9}}</a:t>
            </a:r>
            <a:endParaRPr kumimoji="0" sz="700" b="0" i="1" u="none" strike="noStrike" kern="1200" cap="none" spc="0" normalizeH="0" baseline="0" noProof="0" dirty="0">
              <a:ln>
                <a:noFill/>
              </a:ln>
              <a:solidFill>
                <a:srgbClr val="58585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17">
            <a:extLst>
              <a:ext uri="{FF2B5EF4-FFF2-40B4-BE49-F238E27FC236}">
                <a16:creationId xmlns:a16="http://schemas.microsoft.com/office/drawing/2014/main" id="{523BD3C9-5C59-6BEA-2BAF-BE6DBE79D1AE}"/>
              </a:ext>
            </a:extLst>
          </p:cNvPr>
          <p:cNvSpPr/>
          <p:nvPr/>
        </p:nvSpPr>
        <p:spPr>
          <a:xfrm>
            <a:off x="457200" y="5303520"/>
            <a:ext cx="1124712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INDICADORES DE ÉXITO / RESULTADOS (META ESTIMADA {{AÑO}}) Avance {{TRIMESTRE}}</a:t>
            </a:r>
          </a:p>
        </p:txBody>
      </p:sp>
      <p:sp>
        <p:nvSpPr>
          <p:cNvPr id="28" name="TextBox 18">
            <a:extLst>
              <a:ext uri="{FF2B5EF4-FFF2-40B4-BE49-F238E27FC236}">
                <a16:creationId xmlns:a16="http://schemas.microsoft.com/office/drawing/2014/main" id="{710A18A6-1E2B-9F35-E375-619845915803}"/>
              </a:ext>
            </a:extLst>
          </p:cNvPr>
          <p:cNvSpPr txBox="1"/>
          <p:nvPr/>
        </p:nvSpPr>
        <p:spPr>
          <a:xfrm>
            <a:off x="457200" y="5669280"/>
            <a:ext cx="36576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LE3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_IND_1}} ({{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LE3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_META_1}}) 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LE3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_RES_1}}</a:t>
            </a:r>
          </a:p>
        </p:txBody>
      </p:sp>
      <p:sp>
        <p:nvSpPr>
          <p:cNvPr id="29" name="TextBox 19">
            <a:extLst>
              <a:ext uri="{FF2B5EF4-FFF2-40B4-BE49-F238E27FC236}">
                <a16:creationId xmlns:a16="http://schemas.microsoft.com/office/drawing/2014/main" id="{CA967AD0-3E52-5026-DA31-276543B3BC30}"/>
              </a:ext>
            </a:extLst>
          </p:cNvPr>
          <p:cNvSpPr txBox="1"/>
          <p:nvPr/>
        </p:nvSpPr>
        <p:spPr>
          <a:xfrm>
            <a:off x="4297680" y="5669280"/>
            <a:ext cx="36576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LE3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_IND_2}} ({{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LE3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_META_2}}) 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LE3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_RES_2}}</a:t>
            </a:r>
          </a:p>
        </p:txBody>
      </p:sp>
      <p:sp>
        <p:nvSpPr>
          <p:cNvPr id="30" name="TextBox 20">
            <a:extLst>
              <a:ext uri="{FF2B5EF4-FFF2-40B4-BE49-F238E27FC236}">
                <a16:creationId xmlns:a16="http://schemas.microsoft.com/office/drawing/2014/main" id="{EBCAEA70-DF1C-8497-EDDE-1B0239424B6D}"/>
              </a:ext>
            </a:extLst>
          </p:cNvPr>
          <p:cNvSpPr txBox="1"/>
          <p:nvPr/>
        </p:nvSpPr>
        <p:spPr>
          <a:xfrm>
            <a:off x="8138160" y="5669280"/>
            <a:ext cx="36576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LE3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_IND_3}} ({{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LE3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_META_3}}) 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LE3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_RES_3}}</a:t>
            </a:r>
          </a:p>
        </p:txBody>
      </p:sp>
      <p:sp>
        <p:nvSpPr>
          <p:cNvPr id="31" name="TextBox 21">
            <a:extLst>
              <a:ext uri="{FF2B5EF4-FFF2-40B4-BE49-F238E27FC236}">
                <a16:creationId xmlns:a16="http://schemas.microsoft.com/office/drawing/2014/main" id="{EF671A99-C875-C768-2A77-4E3E28667988}"/>
              </a:ext>
            </a:extLst>
          </p:cNvPr>
          <p:cNvSpPr txBox="1"/>
          <p:nvPr/>
        </p:nvSpPr>
        <p:spPr>
          <a:xfrm>
            <a:off x="457200" y="5943600"/>
            <a:ext cx="36576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LE3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_IND_4}} ({{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LE3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_META_4}}) 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LE3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_RES_4}}</a:t>
            </a:r>
          </a:p>
        </p:txBody>
      </p:sp>
      <p:sp>
        <p:nvSpPr>
          <p:cNvPr id="32" name="TextBox 22">
            <a:extLst>
              <a:ext uri="{FF2B5EF4-FFF2-40B4-BE49-F238E27FC236}">
                <a16:creationId xmlns:a16="http://schemas.microsoft.com/office/drawing/2014/main" id="{B55B0D01-2962-E178-6648-1BDABA274CA1}"/>
              </a:ext>
            </a:extLst>
          </p:cNvPr>
          <p:cNvSpPr txBox="1"/>
          <p:nvPr/>
        </p:nvSpPr>
        <p:spPr>
          <a:xfrm>
            <a:off x="4297680" y="5943600"/>
            <a:ext cx="36576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LE3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_IND_5}} ({{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LE3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_META_5}}) 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LE3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_RES_5}}</a:t>
            </a:r>
          </a:p>
        </p:txBody>
      </p:sp>
      <p:sp>
        <p:nvSpPr>
          <p:cNvPr id="33" name="TextBox 23">
            <a:extLst>
              <a:ext uri="{FF2B5EF4-FFF2-40B4-BE49-F238E27FC236}">
                <a16:creationId xmlns:a16="http://schemas.microsoft.com/office/drawing/2014/main" id="{B1427CE5-408A-AD7C-D6DE-549AA50AEB07}"/>
              </a:ext>
            </a:extLst>
          </p:cNvPr>
          <p:cNvSpPr txBox="1"/>
          <p:nvPr/>
        </p:nvSpPr>
        <p:spPr>
          <a:xfrm>
            <a:off x="8138160" y="5943600"/>
            <a:ext cx="36576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LE3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_IND_6}} ({{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LE3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_META_6}}) 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LE3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_RES_6}}</a:t>
            </a:r>
          </a:p>
        </p:txBody>
      </p:sp>
      <p:sp>
        <p:nvSpPr>
          <p:cNvPr id="34" name="TextBox 24">
            <a:extLst>
              <a:ext uri="{FF2B5EF4-FFF2-40B4-BE49-F238E27FC236}">
                <a16:creationId xmlns:a16="http://schemas.microsoft.com/office/drawing/2014/main" id="{900B543B-27B6-5E6D-0B7C-706C9203E100}"/>
              </a:ext>
            </a:extLst>
          </p:cNvPr>
          <p:cNvSpPr txBox="1"/>
          <p:nvPr/>
        </p:nvSpPr>
        <p:spPr>
          <a:xfrm>
            <a:off x="457200" y="6217920"/>
            <a:ext cx="36576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LE3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_IND_7}} ({{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LE3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_META_7}}) 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LE3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_RES_7}}</a:t>
            </a:r>
          </a:p>
        </p:txBody>
      </p:sp>
      <p:sp>
        <p:nvSpPr>
          <p:cNvPr id="59" name="TextBox 25">
            <a:extLst>
              <a:ext uri="{FF2B5EF4-FFF2-40B4-BE49-F238E27FC236}">
                <a16:creationId xmlns:a16="http://schemas.microsoft.com/office/drawing/2014/main" id="{576D384D-F98A-C7EA-0DAA-EE66AF6D06BE}"/>
              </a:ext>
            </a:extLst>
          </p:cNvPr>
          <p:cNvSpPr txBox="1"/>
          <p:nvPr/>
        </p:nvSpPr>
        <p:spPr>
          <a:xfrm>
            <a:off x="4297680" y="6217920"/>
            <a:ext cx="36576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LE3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_IND_8}} ({{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LE3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_META_8}}) 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LE3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_RES_8}}</a:t>
            </a:r>
          </a:p>
        </p:txBody>
      </p:sp>
      <p:sp>
        <p:nvSpPr>
          <p:cNvPr id="63" name="TextBox 26">
            <a:extLst>
              <a:ext uri="{FF2B5EF4-FFF2-40B4-BE49-F238E27FC236}">
                <a16:creationId xmlns:a16="http://schemas.microsoft.com/office/drawing/2014/main" id="{F4E32729-BE13-F4FB-B9F2-C6083D4CF97A}"/>
              </a:ext>
            </a:extLst>
          </p:cNvPr>
          <p:cNvSpPr txBox="1"/>
          <p:nvPr/>
        </p:nvSpPr>
        <p:spPr>
          <a:xfrm>
            <a:off x="8138160" y="6217920"/>
            <a:ext cx="36576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LE3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_IND_9}} ({{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LE3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_META_9}}) 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LE3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_RES_9}}</a:t>
            </a: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5D01E64E-4851-E559-5305-A97CC3D239F1}"/>
              </a:ext>
            </a:extLst>
          </p:cNvPr>
          <p:cNvSpPr txBox="1"/>
          <p:nvPr/>
        </p:nvSpPr>
        <p:spPr>
          <a:xfrm>
            <a:off x="6217920" y="219456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LE3</a:t>
            </a:r>
            <a:r>
              <a:rPr kumimoji="0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_AVA_1}}</a:t>
            </a: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2CBED446-AD6D-8238-8A71-DAE31A3F06F7}"/>
              </a:ext>
            </a:extLst>
          </p:cNvPr>
          <p:cNvSpPr txBox="1"/>
          <p:nvPr/>
        </p:nvSpPr>
        <p:spPr>
          <a:xfrm>
            <a:off x="6217920" y="251460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LE3</a:t>
            </a:r>
            <a:r>
              <a:rPr kumimoji="0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_AVA_2}}</a:t>
            </a:r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71DD2AD6-3D93-5BDE-D310-9E3B6E9445AC}"/>
              </a:ext>
            </a:extLst>
          </p:cNvPr>
          <p:cNvSpPr txBox="1"/>
          <p:nvPr/>
        </p:nvSpPr>
        <p:spPr>
          <a:xfrm>
            <a:off x="6217920" y="283464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LE3</a:t>
            </a:r>
            <a:r>
              <a:rPr kumimoji="0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_AVA_3}}</a:t>
            </a:r>
          </a:p>
        </p:txBody>
      </p:sp>
      <p:sp>
        <p:nvSpPr>
          <p:cNvPr id="6" name="TextBox 11">
            <a:extLst>
              <a:ext uri="{FF2B5EF4-FFF2-40B4-BE49-F238E27FC236}">
                <a16:creationId xmlns:a16="http://schemas.microsoft.com/office/drawing/2014/main" id="{6EE13D2C-DA92-C3C2-F809-7DBCD24ADE58}"/>
              </a:ext>
            </a:extLst>
          </p:cNvPr>
          <p:cNvSpPr txBox="1"/>
          <p:nvPr/>
        </p:nvSpPr>
        <p:spPr>
          <a:xfrm>
            <a:off x="6217920" y="315468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LE3</a:t>
            </a:r>
            <a:r>
              <a:rPr kumimoji="0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_AVA_4}}</a:t>
            </a: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C353FCB0-5AC4-C645-F4BB-CFF600590D69}"/>
              </a:ext>
            </a:extLst>
          </p:cNvPr>
          <p:cNvSpPr txBox="1"/>
          <p:nvPr/>
        </p:nvSpPr>
        <p:spPr>
          <a:xfrm>
            <a:off x="6217920" y="347472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LE3</a:t>
            </a:r>
            <a:r>
              <a:rPr kumimoji="0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_AVA_5}}</a:t>
            </a:r>
          </a:p>
        </p:txBody>
      </p:sp>
      <p:sp>
        <p:nvSpPr>
          <p:cNvPr id="12" name="TextBox 13">
            <a:extLst>
              <a:ext uri="{FF2B5EF4-FFF2-40B4-BE49-F238E27FC236}">
                <a16:creationId xmlns:a16="http://schemas.microsoft.com/office/drawing/2014/main" id="{03FE1071-7D50-5607-7A98-05B0ADEC6CFC}"/>
              </a:ext>
            </a:extLst>
          </p:cNvPr>
          <p:cNvSpPr txBox="1"/>
          <p:nvPr/>
        </p:nvSpPr>
        <p:spPr>
          <a:xfrm>
            <a:off x="6217920" y="379476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LE3</a:t>
            </a:r>
            <a:r>
              <a:rPr kumimoji="0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_AVA_6}}</a:t>
            </a:r>
          </a:p>
        </p:txBody>
      </p:sp>
      <p:sp>
        <p:nvSpPr>
          <p:cNvPr id="17" name="TextBox 14">
            <a:extLst>
              <a:ext uri="{FF2B5EF4-FFF2-40B4-BE49-F238E27FC236}">
                <a16:creationId xmlns:a16="http://schemas.microsoft.com/office/drawing/2014/main" id="{5D6B1EF9-F2C2-F82E-F65B-E9EA31B55F3C}"/>
              </a:ext>
            </a:extLst>
          </p:cNvPr>
          <p:cNvSpPr txBox="1"/>
          <p:nvPr/>
        </p:nvSpPr>
        <p:spPr>
          <a:xfrm>
            <a:off x="6217920" y="411480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LE3</a:t>
            </a:r>
            <a:r>
              <a:rPr kumimoji="0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_AVA_7}}</a:t>
            </a: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F2E0E7FC-FC10-88B2-FC1F-12DE1A773590}"/>
              </a:ext>
            </a:extLst>
          </p:cNvPr>
          <p:cNvSpPr txBox="1"/>
          <p:nvPr/>
        </p:nvSpPr>
        <p:spPr>
          <a:xfrm>
            <a:off x="6217920" y="443484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LE3</a:t>
            </a:r>
            <a:r>
              <a:rPr kumimoji="0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_AVA_8}}</a:t>
            </a:r>
          </a:p>
        </p:txBody>
      </p:sp>
      <p:sp>
        <p:nvSpPr>
          <p:cNvPr id="19" name="TextBox 16">
            <a:extLst>
              <a:ext uri="{FF2B5EF4-FFF2-40B4-BE49-F238E27FC236}">
                <a16:creationId xmlns:a16="http://schemas.microsoft.com/office/drawing/2014/main" id="{EB9D57B0-C94D-ADF2-D7E7-F48114D7CD4E}"/>
              </a:ext>
            </a:extLst>
          </p:cNvPr>
          <p:cNvSpPr txBox="1"/>
          <p:nvPr/>
        </p:nvSpPr>
        <p:spPr>
          <a:xfrm>
            <a:off x="6217920" y="475488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LE3</a:t>
            </a:r>
            <a:r>
              <a:rPr kumimoji="0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_AVA_9}}</a:t>
            </a:r>
          </a:p>
        </p:txBody>
      </p:sp>
    </p:spTree>
    <p:extLst>
      <p:ext uri="{BB962C8B-B14F-4D97-AF65-F5344CB8AC3E}">
        <p14:creationId xmlns:p14="http://schemas.microsoft.com/office/powerpoint/2010/main" val="1607931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BB8BB-CA0F-88ED-B04D-CDAA4E68D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98A854-B849-2F03-7AFA-6E18896AD883}"/>
              </a:ext>
            </a:extLst>
          </p:cNvPr>
          <p:cNvSpPr txBox="1"/>
          <p:nvPr/>
        </p:nvSpPr>
        <p:spPr>
          <a:xfrm>
            <a:off x="457200" y="91440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HOJA DE RUTA / PLAN DE TRABAJO ({{UNIDAD}})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2FA1FC3-2958-AD5B-3D35-EF77763FF65B}"/>
              </a:ext>
            </a:extLst>
          </p:cNvPr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0D714275-93E1-2E28-BFEA-20EF65A8E516}"/>
              </a:ext>
            </a:extLst>
          </p:cNvPr>
          <p:cNvSpPr/>
          <p:nvPr/>
        </p:nvSpPr>
        <p:spPr>
          <a:xfrm>
            <a:off x="457200" y="853440"/>
            <a:ext cx="1124712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LÍNEA ESTRATÉGICA </a:t>
            </a:r>
            <a:r>
              <a:rPr kumimoji="0" lang="es-CO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  <a:endParaRPr kumimoji="0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26E493A5-FCB8-A6F9-02A7-9B3CF19DFC60}"/>
              </a:ext>
            </a:extLst>
          </p:cNvPr>
          <p:cNvSpPr txBox="1"/>
          <p:nvPr/>
        </p:nvSpPr>
        <p:spPr>
          <a:xfrm>
            <a:off x="457200" y="1188720"/>
            <a:ext cx="11247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2E6DA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1000" b="0" i="0" u="none" strike="noStrike" kern="1200" cap="none" spc="0" normalizeH="0" baseline="0" noProof="0" dirty="0">
                <a:ln>
                  <a:noFill/>
                </a:ln>
                <a:solidFill>
                  <a:srgbClr val="2E6DA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LE4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2E6DA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_NOMBRE}}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8802A5C3-2FBC-9F68-5C34-822526C813C2}"/>
              </a:ext>
            </a:extLst>
          </p:cNvPr>
          <p:cNvSpPr/>
          <p:nvPr/>
        </p:nvSpPr>
        <p:spPr>
          <a:xfrm>
            <a:off x="457200" y="182880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ACCIONES VP {{TIPO}} Avance {{TRIMESTRE}}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5346206-E193-4227-F143-D9EDD0A5EE9D}"/>
              </a:ext>
            </a:extLst>
          </p:cNvPr>
          <p:cNvSpPr/>
          <p:nvPr/>
        </p:nvSpPr>
        <p:spPr>
          <a:xfrm>
            <a:off x="6217920" y="182880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ACTIVIDADES COMERCIALES CLAVE Avance {{TRIMESTRE}}</a:t>
            </a: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74966B2A-73C1-B958-2EC4-C3D6BB42BD15}"/>
              </a:ext>
            </a:extLst>
          </p:cNvPr>
          <p:cNvSpPr txBox="1"/>
          <p:nvPr/>
        </p:nvSpPr>
        <p:spPr>
          <a:xfrm>
            <a:off x="457200" y="224028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LE4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_ACC_1}}</a:t>
            </a:r>
            <a:endParaRPr kumimoji="0" sz="700" b="0" i="1" u="none" strike="noStrike" kern="1200" cap="none" spc="0" normalizeH="0" baseline="0" noProof="0" dirty="0">
              <a:ln>
                <a:noFill/>
              </a:ln>
              <a:solidFill>
                <a:srgbClr val="58585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027D3840-A1C2-122D-5A0D-F679D7513C2F}"/>
              </a:ext>
            </a:extLst>
          </p:cNvPr>
          <p:cNvSpPr txBox="1"/>
          <p:nvPr/>
        </p:nvSpPr>
        <p:spPr>
          <a:xfrm>
            <a:off x="457200" y="256032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LE4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_ACC_2}}</a:t>
            </a:r>
            <a:endParaRPr kumimoji="0" sz="700" b="0" i="1" u="none" strike="noStrike" kern="1200" cap="none" spc="0" normalizeH="0" baseline="0" noProof="0" dirty="0">
              <a:ln>
                <a:noFill/>
              </a:ln>
              <a:solidFill>
                <a:srgbClr val="58585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050EFB01-E16D-8622-0D40-2757EDAFF847}"/>
              </a:ext>
            </a:extLst>
          </p:cNvPr>
          <p:cNvSpPr txBox="1"/>
          <p:nvPr/>
        </p:nvSpPr>
        <p:spPr>
          <a:xfrm>
            <a:off x="457200" y="288036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LE4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_ACC_3}}</a:t>
            </a:r>
            <a:endParaRPr kumimoji="0" sz="700" b="0" i="1" u="none" strike="noStrike" kern="1200" cap="none" spc="0" normalizeH="0" baseline="0" noProof="0" dirty="0">
              <a:ln>
                <a:noFill/>
              </a:ln>
              <a:solidFill>
                <a:srgbClr val="58585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1">
            <a:extLst>
              <a:ext uri="{FF2B5EF4-FFF2-40B4-BE49-F238E27FC236}">
                <a16:creationId xmlns:a16="http://schemas.microsoft.com/office/drawing/2014/main" id="{BBA8E42C-83DE-456A-6735-1A21C5FCEF22}"/>
              </a:ext>
            </a:extLst>
          </p:cNvPr>
          <p:cNvSpPr txBox="1"/>
          <p:nvPr/>
        </p:nvSpPr>
        <p:spPr>
          <a:xfrm>
            <a:off x="457200" y="320040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LE4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_ACC_4}}</a:t>
            </a:r>
            <a:endParaRPr kumimoji="0" sz="700" b="0" i="1" u="none" strike="noStrike" kern="1200" cap="none" spc="0" normalizeH="0" baseline="0" noProof="0" dirty="0">
              <a:ln>
                <a:noFill/>
              </a:ln>
              <a:solidFill>
                <a:srgbClr val="58585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Box 12">
            <a:extLst>
              <a:ext uri="{FF2B5EF4-FFF2-40B4-BE49-F238E27FC236}">
                <a16:creationId xmlns:a16="http://schemas.microsoft.com/office/drawing/2014/main" id="{9345BF21-F2AB-CC5D-A232-6C99F8565CE9}"/>
              </a:ext>
            </a:extLst>
          </p:cNvPr>
          <p:cNvSpPr txBox="1"/>
          <p:nvPr/>
        </p:nvSpPr>
        <p:spPr>
          <a:xfrm>
            <a:off x="457200" y="352044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LE4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_ACC_5}}</a:t>
            </a:r>
            <a:endParaRPr kumimoji="0" sz="700" b="0" i="1" u="none" strike="noStrike" kern="1200" cap="none" spc="0" normalizeH="0" baseline="0" noProof="0" dirty="0">
              <a:ln>
                <a:noFill/>
              </a:ln>
              <a:solidFill>
                <a:srgbClr val="58585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Box 13">
            <a:extLst>
              <a:ext uri="{FF2B5EF4-FFF2-40B4-BE49-F238E27FC236}">
                <a16:creationId xmlns:a16="http://schemas.microsoft.com/office/drawing/2014/main" id="{68D6F0CE-38FB-3CBE-80CA-50267DBBFF75}"/>
              </a:ext>
            </a:extLst>
          </p:cNvPr>
          <p:cNvSpPr txBox="1"/>
          <p:nvPr/>
        </p:nvSpPr>
        <p:spPr>
          <a:xfrm>
            <a:off x="457200" y="384048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LE4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_ACC_6}}</a:t>
            </a:r>
            <a:endParaRPr kumimoji="0" sz="700" b="0" i="1" u="none" strike="noStrike" kern="1200" cap="none" spc="0" normalizeH="0" baseline="0" noProof="0" dirty="0">
              <a:ln>
                <a:noFill/>
              </a:ln>
              <a:solidFill>
                <a:srgbClr val="58585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Box 14">
            <a:extLst>
              <a:ext uri="{FF2B5EF4-FFF2-40B4-BE49-F238E27FC236}">
                <a16:creationId xmlns:a16="http://schemas.microsoft.com/office/drawing/2014/main" id="{30E5F1B6-A9B6-797B-7D16-FE91D23DA0DC}"/>
              </a:ext>
            </a:extLst>
          </p:cNvPr>
          <p:cNvSpPr txBox="1"/>
          <p:nvPr/>
        </p:nvSpPr>
        <p:spPr>
          <a:xfrm>
            <a:off x="457200" y="416052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LE4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_ACC_7}}</a:t>
            </a:r>
            <a:endParaRPr kumimoji="0" sz="700" b="0" i="1" u="none" strike="noStrike" kern="1200" cap="none" spc="0" normalizeH="0" baseline="0" noProof="0" dirty="0">
              <a:ln>
                <a:noFill/>
              </a:ln>
              <a:solidFill>
                <a:srgbClr val="58585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15">
            <a:extLst>
              <a:ext uri="{FF2B5EF4-FFF2-40B4-BE49-F238E27FC236}">
                <a16:creationId xmlns:a16="http://schemas.microsoft.com/office/drawing/2014/main" id="{10BF0FB7-278C-E817-7F39-C665476EADDE}"/>
              </a:ext>
            </a:extLst>
          </p:cNvPr>
          <p:cNvSpPr txBox="1"/>
          <p:nvPr/>
        </p:nvSpPr>
        <p:spPr>
          <a:xfrm>
            <a:off x="457200" y="448056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LE4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_ACC_8}}</a:t>
            </a:r>
            <a:endParaRPr kumimoji="0" sz="700" b="0" i="1" u="none" strike="noStrike" kern="1200" cap="none" spc="0" normalizeH="0" baseline="0" noProof="0" dirty="0">
              <a:ln>
                <a:noFill/>
              </a:ln>
              <a:solidFill>
                <a:srgbClr val="58585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TextBox 16">
            <a:extLst>
              <a:ext uri="{FF2B5EF4-FFF2-40B4-BE49-F238E27FC236}">
                <a16:creationId xmlns:a16="http://schemas.microsoft.com/office/drawing/2014/main" id="{67ABFCE9-66BA-7020-CC83-0CF411D6ABB5}"/>
              </a:ext>
            </a:extLst>
          </p:cNvPr>
          <p:cNvSpPr txBox="1"/>
          <p:nvPr/>
        </p:nvSpPr>
        <p:spPr>
          <a:xfrm>
            <a:off x="457200" y="480060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LE4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_ACC_9}}</a:t>
            </a:r>
            <a:endParaRPr kumimoji="0" sz="700" b="0" i="1" u="none" strike="noStrike" kern="1200" cap="none" spc="0" normalizeH="0" baseline="0" noProof="0" dirty="0">
              <a:ln>
                <a:noFill/>
              </a:ln>
              <a:solidFill>
                <a:srgbClr val="58585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17">
            <a:extLst>
              <a:ext uri="{FF2B5EF4-FFF2-40B4-BE49-F238E27FC236}">
                <a16:creationId xmlns:a16="http://schemas.microsoft.com/office/drawing/2014/main" id="{523BD3C9-5C59-6BEA-2BAF-BE6DBE79D1AE}"/>
              </a:ext>
            </a:extLst>
          </p:cNvPr>
          <p:cNvSpPr/>
          <p:nvPr/>
        </p:nvSpPr>
        <p:spPr>
          <a:xfrm>
            <a:off x="457200" y="5303520"/>
            <a:ext cx="1124712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INDICADORES DE ÉXITO / RESULTADOS (META ESTIMADA {{AÑO}}) Avance {{TRIMESTRE}}</a:t>
            </a:r>
          </a:p>
        </p:txBody>
      </p:sp>
      <p:sp>
        <p:nvSpPr>
          <p:cNvPr id="28" name="TextBox 18">
            <a:extLst>
              <a:ext uri="{FF2B5EF4-FFF2-40B4-BE49-F238E27FC236}">
                <a16:creationId xmlns:a16="http://schemas.microsoft.com/office/drawing/2014/main" id="{710A18A6-1E2B-9F35-E375-619845915803}"/>
              </a:ext>
            </a:extLst>
          </p:cNvPr>
          <p:cNvSpPr txBox="1"/>
          <p:nvPr/>
        </p:nvSpPr>
        <p:spPr>
          <a:xfrm>
            <a:off x="457200" y="5669280"/>
            <a:ext cx="36576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LE4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_IND_1}} ({{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LE4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_META_1}}) 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LE4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_RES_1}}</a:t>
            </a:r>
          </a:p>
        </p:txBody>
      </p:sp>
      <p:sp>
        <p:nvSpPr>
          <p:cNvPr id="29" name="TextBox 19">
            <a:extLst>
              <a:ext uri="{FF2B5EF4-FFF2-40B4-BE49-F238E27FC236}">
                <a16:creationId xmlns:a16="http://schemas.microsoft.com/office/drawing/2014/main" id="{CA967AD0-3E52-5026-DA31-276543B3BC30}"/>
              </a:ext>
            </a:extLst>
          </p:cNvPr>
          <p:cNvSpPr txBox="1"/>
          <p:nvPr/>
        </p:nvSpPr>
        <p:spPr>
          <a:xfrm>
            <a:off x="4297680" y="5669280"/>
            <a:ext cx="36576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LE4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_IND_2}} ({{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LE4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_META_2}}) 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LE4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_RES_2}}</a:t>
            </a:r>
          </a:p>
        </p:txBody>
      </p:sp>
      <p:sp>
        <p:nvSpPr>
          <p:cNvPr id="30" name="TextBox 20">
            <a:extLst>
              <a:ext uri="{FF2B5EF4-FFF2-40B4-BE49-F238E27FC236}">
                <a16:creationId xmlns:a16="http://schemas.microsoft.com/office/drawing/2014/main" id="{EBCAEA70-DF1C-8497-EDDE-1B0239424B6D}"/>
              </a:ext>
            </a:extLst>
          </p:cNvPr>
          <p:cNvSpPr txBox="1"/>
          <p:nvPr/>
        </p:nvSpPr>
        <p:spPr>
          <a:xfrm>
            <a:off x="8138160" y="5669280"/>
            <a:ext cx="36576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LE4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_IND_3}} ({{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LE4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_META_3}}) 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LE4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_RES_3}}</a:t>
            </a:r>
          </a:p>
        </p:txBody>
      </p:sp>
      <p:sp>
        <p:nvSpPr>
          <p:cNvPr id="31" name="TextBox 21">
            <a:extLst>
              <a:ext uri="{FF2B5EF4-FFF2-40B4-BE49-F238E27FC236}">
                <a16:creationId xmlns:a16="http://schemas.microsoft.com/office/drawing/2014/main" id="{EF671A99-C875-C768-2A77-4E3E28667988}"/>
              </a:ext>
            </a:extLst>
          </p:cNvPr>
          <p:cNvSpPr txBox="1"/>
          <p:nvPr/>
        </p:nvSpPr>
        <p:spPr>
          <a:xfrm>
            <a:off x="457200" y="5943600"/>
            <a:ext cx="36576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LE4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_IND_4}} ({{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LE4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_META_4}}) 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LE4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_RES_4}}</a:t>
            </a:r>
          </a:p>
        </p:txBody>
      </p:sp>
      <p:sp>
        <p:nvSpPr>
          <p:cNvPr id="32" name="TextBox 22">
            <a:extLst>
              <a:ext uri="{FF2B5EF4-FFF2-40B4-BE49-F238E27FC236}">
                <a16:creationId xmlns:a16="http://schemas.microsoft.com/office/drawing/2014/main" id="{B55B0D01-2962-E178-6648-1BDABA274CA1}"/>
              </a:ext>
            </a:extLst>
          </p:cNvPr>
          <p:cNvSpPr txBox="1"/>
          <p:nvPr/>
        </p:nvSpPr>
        <p:spPr>
          <a:xfrm>
            <a:off x="4297680" y="5943600"/>
            <a:ext cx="36576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LE4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_IND_5}} ({{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LE4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_META_5}}) 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LE4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_RES_5}}</a:t>
            </a:r>
          </a:p>
        </p:txBody>
      </p:sp>
      <p:sp>
        <p:nvSpPr>
          <p:cNvPr id="33" name="TextBox 23">
            <a:extLst>
              <a:ext uri="{FF2B5EF4-FFF2-40B4-BE49-F238E27FC236}">
                <a16:creationId xmlns:a16="http://schemas.microsoft.com/office/drawing/2014/main" id="{B1427CE5-408A-AD7C-D6DE-549AA50AEB07}"/>
              </a:ext>
            </a:extLst>
          </p:cNvPr>
          <p:cNvSpPr txBox="1"/>
          <p:nvPr/>
        </p:nvSpPr>
        <p:spPr>
          <a:xfrm>
            <a:off x="8138160" y="5943600"/>
            <a:ext cx="36576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LE4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_IND_6}} ({{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LE4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_META_6}}) 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LE4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_RES_6}}</a:t>
            </a:r>
          </a:p>
        </p:txBody>
      </p:sp>
      <p:sp>
        <p:nvSpPr>
          <p:cNvPr id="34" name="TextBox 24">
            <a:extLst>
              <a:ext uri="{FF2B5EF4-FFF2-40B4-BE49-F238E27FC236}">
                <a16:creationId xmlns:a16="http://schemas.microsoft.com/office/drawing/2014/main" id="{900B543B-27B6-5E6D-0B7C-706C9203E100}"/>
              </a:ext>
            </a:extLst>
          </p:cNvPr>
          <p:cNvSpPr txBox="1"/>
          <p:nvPr/>
        </p:nvSpPr>
        <p:spPr>
          <a:xfrm>
            <a:off x="457200" y="6217920"/>
            <a:ext cx="36576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LE4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_IND_7}} ({{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LE4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_META_7}}) 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LE4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_RES_7}}</a:t>
            </a:r>
          </a:p>
        </p:txBody>
      </p:sp>
      <p:sp>
        <p:nvSpPr>
          <p:cNvPr id="59" name="TextBox 25">
            <a:extLst>
              <a:ext uri="{FF2B5EF4-FFF2-40B4-BE49-F238E27FC236}">
                <a16:creationId xmlns:a16="http://schemas.microsoft.com/office/drawing/2014/main" id="{576D384D-F98A-C7EA-0DAA-EE66AF6D06BE}"/>
              </a:ext>
            </a:extLst>
          </p:cNvPr>
          <p:cNvSpPr txBox="1"/>
          <p:nvPr/>
        </p:nvSpPr>
        <p:spPr>
          <a:xfrm>
            <a:off x="4297680" y="6217920"/>
            <a:ext cx="36576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LE4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_IND_8}} ({{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LE4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_META_8}}) 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LE4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_RES_8}}</a:t>
            </a:r>
          </a:p>
        </p:txBody>
      </p:sp>
      <p:sp>
        <p:nvSpPr>
          <p:cNvPr id="63" name="TextBox 26">
            <a:extLst>
              <a:ext uri="{FF2B5EF4-FFF2-40B4-BE49-F238E27FC236}">
                <a16:creationId xmlns:a16="http://schemas.microsoft.com/office/drawing/2014/main" id="{F4E32729-BE13-F4FB-B9F2-C6083D4CF97A}"/>
              </a:ext>
            </a:extLst>
          </p:cNvPr>
          <p:cNvSpPr txBox="1"/>
          <p:nvPr/>
        </p:nvSpPr>
        <p:spPr>
          <a:xfrm>
            <a:off x="8138160" y="6217920"/>
            <a:ext cx="36576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LE4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_IND_9}} ({{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LE4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_META_9}}) 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LE4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_RES_9}}</a:t>
            </a: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5D01E64E-4851-E559-5305-A97CC3D239F1}"/>
              </a:ext>
            </a:extLst>
          </p:cNvPr>
          <p:cNvSpPr txBox="1"/>
          <p:nvPr/>
        </p:nvSpPr>
        <p:spPr>
          <a:xfrm>
            <a:off x="6217920" y="219456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LE4</a:t>
            </a:r>
            <a:r>
              <a:rPr kumimoji="0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_AVA_1}}</a:t>
            </a: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2CBED446-AD6D-8238-8A71-DAE31A3F06F7}"/>
              </a:ext>
            </a:extLst>
          </p:cNvPr>
          <p:cNvSpPr txBox="1"/>
          <p:nvPr/>
        </p:nvSpPr>
        <p:spPr>
          <a:xfrm>
            <a:off x="6217920" y="251460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LE4</a:t>
            </a:r>
            <a:r>
              <a:rPr kumimoji="0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_AVA_2}}</a:t>
            </a:r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71DD2AD6-3D93-5BDE-D310-9E3B6E9445AC}"/>
              </a:ext>
            </a:extLst>
          </p:cNvPr>
          <p:cNvSpPr txBox="1"/>
          <p:nvPr/>
        </p:nvSpPr>
        <p:spPr>
          <a:xfrm>
            <a:off x="6217920" y="283464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LE4</a:t>
            </a:r>
            <a:r>
              <a:rPr kumimoji="0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_AVA_3}}</a:t>
            </a:r>
          </a:p>
        </p:txBody>
      </p:sp>
      <p:sp>
        <p:nvSpPr>
          <p:cNvPr id="6" name="TextBox 11">
            <a:extLst>
              <a:ext uri="{FF2B5EF4-FFF2-40B4-BE49-F238E27FC236}">
                <a16:creationId xmlns:a16="http://schemas.microsoft.com/office/drawing/2014/main" id="{6EE13D2C-DA92-C3C2-F809-7DBCD24ADE58}"/>
              </a:ext>
            </a:extLst>
          </p:cNvPr>
          <p:cNvSpPr txBox="1"/>
          <p:nvPr/>
        </p:nvSpPr>
        <p:spPr>
          <a:xfrm>
            <a:off x="6217920" y="315468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LE4</a:t>
            </a:r>
            <a:r>
              <a:rPr kumimoji="0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_AVA_4}}</a:t>
            </a: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C353FCB0-5AC4-C645-F4BB-CFF600590D69}"/>
              </a:ext>
            </a:extLst>
          </p:cNvPr>
          <p:cNvSpPr txBox="1"/>
          <p:nvPr/>
        </p:nvSpPr>
        <p:spPr>
          <a:xfrm>
            <a:off x="6217920" y="347472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LE4</a:t>
            </a:r>
            <a:r>
              <a:rPr kumimoji="0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_AVA_5}}</a:t>
            </a:r>
          </a:p>
        </p:txBody>
      </p:sp>
      <p:sp>
        <p:nvSpPr>
          <p:cNvPr id="12" name="TextBox 13">
            <a:extLst>
              <a:ext uri="{FF2B5EF4-FFF2-40B4-BE49-F238E27FC236}">
                <a16:creationId xmlns:a16="http://schemas.microsoft.com/office/drawing/2014/main" id="{03FE1071-7D50-5607-7A98-05B0ADEC6CFC}"/>
              </a:ext>
            </a:extLst>
          </p:cNvPr>
          <p:cNvSpPr txBox="1"/>
          <p:nvPr/>
        </p:nvSpPr>
        <p:spPr>
          <a:xfrm>
            <a:off x="6217920" y="379476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LE4</a:t>
            </a:r>
            <a:r>
              <a:rPr kumimoji="0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_AVA_6}}</a:t>
            </a:r>
          </a:p>
        </p:txBody>
      </p:sp>
      <p:sp>
        <p:nvSpPr>
          <p:cNvPr id="17" name="TextBox 14">
            <a:extLst>
              <a:ext uri="{FF2B5EF4-FFF2-40B4-BE49-F238E27FC236}">
                <a16:creationId xmlns:a16="http://schemas.microsoft.com/office/drawing/2014/main" id="{5D6B1EF9-F2C2-F82E-F65B-E9EA31B55F3C}"/>
              </a:ext>
            </a:extLst>
          </p:cNvPr>
          <p:cNvSpPr txBox="1"/>
          <p:nvPr/>
        </p:nvSpPr>
        <p:spPr>
          <a:xfrm>
            <a:off x="6217920" y="411480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LE4</a:t>
            </a:r>
            <a:r>
              <a:rPr kumimoji="0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_AVA_7}}</a:t>
            </a: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F2E0E7FC-FC10-88B2-FC1F-12DE1A773590}"/>
              </a:ext>
            </a:extLst>
          </p:cNvPr>
          <p:cNvSpPr txBox="1"/>
          <p:nvPr/>
        </p:nvSpPr>
        <p:spPr>
          <a:xfrm>
            <a:off x="6217920" y="443484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LE4</a:t>
            </a:r>
            <a:r>
              <a:rPr kumimoji="0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_AVA_8}}</a:t>
            </a:r>
          </a:p>
        </p:txBody>
      </p:sp>
      <p:sp>
        <p:nvSpPr>
          <p:cNvPr id="19" name="TextBox 16">
            <a:extLst>
              <a:ext uri="{FF2B5EF4-FFF2-40B4-BE49-F238E27FC236}">
                <a16:creationId xmlns:a16="http://schemas.microsoft.com/office/drawing/2014/main" id="{EB9D57B0-C94D-ADF2-D7E7-F48114D7CD4E}"/>
              </a:ext>
            </a:extLst>
          </p:cNvPr>
          <p:cNvSpPr txBox="1"/>
          <p:nvPr/>
        </p:nvSpPr>
        <p:spPr>
          <a:xfrm>
            <a:off x="6217920" y="475488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LE4</a:t>
            </a:r>
            <a:r>
              <a:rPr kumimoji="0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_AVA_9}}</a:t>
            </a:r>
          </a:p>
        </p:txBody>
      </p:sp>
    </p:spTree>
    <p:extLst>
      <p:ext uri="{BB962C8B-B14F-4D97-AF65-F5344CB8AC3E}">
        <p14:creationId xmlns:p14="http://schemas.microsoft.com/office/powerpoint/2010/main" val="2164933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BB8BB-CA0F-88ED-B04D-CDAA4E68D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98A854-B849-2F03-7AFA-6E18896AD883}"/>
              </a:ext>
            </a:extLst>
          </p:cNvPr>
          <p:cNvSpPr txBox="1"/>
          <p:nvPr/>
        </p:nvSpPr>
        <p:spPr>
          <a:xfrm>
            <a:off x="457200" y="91440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HOJA DE RUTA / PLAN DE TRABAJO ({{UNIDAD}})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2FA1FC3-2958-AD5B-3D35-EF77763FF65B}"/>
              </a:ext>
            </a:extLst>
          </p:cNvPr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0D714275-93E1-2E28-BFEA-20EF65A8E516}"/>
              </a:ext>
            </a:extLst>
          </p:cNvPr>
          <p:cNvSpPr/>
          <p:nvPr/>
        </p:nvSpPr>
        <p:spPr>
          <a:xfrm>
            <a:off x="457200" y="853440"/>
            <a:ext cx="1124712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LÍNEA ESTRATÉGICA </a:t>
            </a:r>
            <a:r>
              <a:rPr kumimoji="0" lang="es-CO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</a:t>
            </a:r>
            <a:endParaRPr kumimoji="0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26E493A5-FCB8-A6F9-02A7-9B3CF19DFC60}"/>
              </a:ext>
            </a:extLst>
          </p:cNvPr>
          <p:cNvSpPr txBox="1"/>
          <p:nvPr/>
        </p:nvSpPr>
        <p:spPr>
          <a:xfrm>
            <a:off x="457200" y="1188720"/>
            <a:ext cx="11247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2E6DA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1000" b="0" i="0" u="none" strike="noStrike" kern="1200" cap="none" spc="0" normalizeH="0" baseline="0" noProof="0" dirty="0">
                <a:ln>
                  <a:noFill/>
                </a:ln>
                <a:solidFill>
                  <a:srgbClr val="2E6DA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LE5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2E6DA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_NOMBRE}}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8802A5C3-2FBC-9F68-5C34-822526C813C2}"/>
              </a:ext>
            </a:extLst>
          </p:cNvPr>
          <p:cNvSpPr/>
          <p:nvPr/>
        </p:nvSpPr>
        <p:spPr>
          <a:xfrm>
            <a:off x="457200" y="182880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ACCIONES VP {{TIPO}} Avance {{TRIMESTRE}}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5346206-E193-4227-F143-D9EDD0A5EE9D}"/>
              </a:ext>
            </a:extLst>
          </p:cNvPr>
          <p:cNvSpPr/>
          <p:nvPr/>
        </p:nvSpPr>
        <p:spPr>
          <a:xfrm>
            <a:off x="6217920" y="182880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ACTIVIDADES COMERCIALES CLAVE Avance {{TRIMESTRE}}</a:t>
            </a: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74966B2A-73C1-B958-2EC4-C3D6BB42BD15}"/>
              </a:ext>
            </a:extLst>
          </p:cNvPr>
          <p:cNvSpPr txBox="1"/>
          <p:nvPr/>
        </p:nvSpPr>
        <p:spPr>
          <a:xfrm>
            <a:off x="457200" y="224028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LE5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_ACC_1}}</a:t>
            </a:r>
            <a:endParaRPr kumimoji="0" sz="700" b="0" i="1" u="none" strike="noStrike" kern="1200" cap="none" spc="0" normalizeH="0" baseline="0" noProof="0" dirty="0">
              <a:ln>
                <a:noFill/>
              </a:ln>
              <a:solidFill>
                <a:srgbClr val="58585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027D3840-A1C2-122D-5A0D-F679D7513C2F}"/>
              </a:ext>
            </a:extLst>
          </p:cNvPr>
          <p:cNvSpPr txBox="1"/>
          <p:nvPr/>
        </p:nvSpPr>
        <p:spPr>
          <a:xfrm>
            <a:off x="457200" y="256032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LE5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_ACC_2}}</a:t>
            </a:r>
            <a:endParaRPr kumimoji="0" sz="700" b="0" i="1" u="none" strike="noStrike" kern="1200" cap="none" spc="0" normalizeH="0" baseline="0" noProof="0" dirty="0">
              <a:ln>
                <a:noFill/>
              </a:ln>
              <a:solidFill>
                <a:srgbClr val="58585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050EFB01-E16D-8622-0D40-2757EDAFF847}"/>
              </a:ext>
            </a:extLst>
          </p:cNvPr>
          <p:cNvSpPr txBox="1"/>
          <p:nvPr/>
        </p:nvSpPr>
        <p:spPr>
          <a:xfrm>
            <a:off x="457200" y="288036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LE5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_ACC_3}}</a:t>
            </a:r>
            <a:endParaRPr kumimoji="0" sz="700" b="0" i="1" u="none" strike="noStrike" kern="1200" cap="none" spc="0" normalizeH="0" baseline="0" noProof="0" dirty="0">
              <a:ln>
                <a:noFill/>
              </a:ln>
              <a:solidFill>
                <a:srgbClr val="58585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1">
            <a:extLst>
              <a:ext uri="{FF2B5EF4-FFF2-40B4-BE49-F238E27FC236}">
                <a16:creationId xmlns:a16="http://schemas.microsoft.com/office/drawing/2014/main" id="{BBA8E42C-83DE-456A-6735-1A21C5FCEF22}"/>
              </a:ext>
            </a:extLst>
          </p:cNvPr>
          <p:cNvSpPr txBox="1"/>
          <p:nvPr/>
        </p:nvSpPr>
        <p:spPr>
          <a:xfrm>
            <a:off x="457200" y="320040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LE5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_ACC_4}}</a:t>
            </a:r>
            <a:endParaRPr kumimoji="0" sz="700" b="0" i="1" u="none" strike="noStrike" kern="1200" cap="none" spc="0" normalizeH="0" baseline="0" noProof="0" dirty="0">
              <a:ln>
                <a:noFill/>
              </a:ln>
              <a:solidFill>
                <a:srgbClr val="58585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Box 12">
            <a:extLst>
              <a:ext uri="{FF2B5EF4-FFF2-40B4-BE49-F238E27FC236}">
                <a16:creationId xmlns:a16="http://schemas.microsoft.com/office/drawing/2014/main" id="{9345BF21-F2AB-CC5D-A232-6C99F8565CE9}"/>
              </a:ext>
            </a:extLst>
          </p:cNvPr>
          <p:cNvSpPr txBox="1"/>
          <p:nvPr/>
        </p:nvSpPr>
        <p:spPr>
          <a:xfrm>
            <a:off x="457200" y="352044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LE5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_ACC_5}}</a:t>
            </a:r>
            <a:endParaRPr kumimoji="0" sz="700" b="0" i="1" u="none" strike="noStrike" kern="1200" cap="none" spc="0" normalizeH="0" baseline="0" noProof="0" dirty="0">
              <a:ln>
                <a:noFill/>
              </a:ln>
              <a:solidFill>
                <a:srgbClr val="58585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Box 13">
            <a:extLst>
              <a:ext uri="{FF2B5EF4-FFF2-40B4-BE49-F238E27FC236}">
                <a16:creationId xmlns:a16="http://schemas.microsoft.com/office/drawing/2014/main" id="{68D6F0CE-38FB-3CBE-80CA-50267DBBFF75}"/>
              </a:ext>
            </a:extLst>
          </p:cNvPr>
          <p:cNvSpPr txBox="1"/>
          <p:nvPr/>
        </p:nvSpPr>
        <p:spPr>
          <a:xfrm>
            <a:off x="457200" y="384048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LE5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_ACC_6}}</a:t>
            </a:r>
            <a:endParaRPr kumimoji="0" sz="700" b="0" i="1" u="none" strike="noStrike" kern="1200" cap="none" spc="0" normalizeH="0" baseline="0" noProof="0" dirty="0">
              <a:ln>
                <a:noFill/>
              </a:ln>
              <a:solidFill>
                <a:srgbClr val="58585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Box 14">
            <a:extLst>
              <a:ext uri="{FF2B5EF4-FFF2-40B4-BE49-F238E27FC236}">
                <a16:creationId xmlns:a16="http://schemas.microsoft.com/office/drawing/2014/main" id="{30E5F1B6-A9B6-797B-7D16-FE91D23DA0DC}"/>
              </a:ext>
            </a:extLst>
          </p:cNvPr>
          <p:cNvSpPr txBox="1"/>
          <p:nvPr/>
        </p:nvSpPr>
        <p:spPr>
          <a:xfrm>
            <a:off x="457200" y="416052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LE5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_ACC_7}}</a:t>
            </a:r>
            <a:endParaRPr kumimoji="0" sz="700" b="0" i="1" u="none" strike="noStrike" kern="1200" cap="none" spc="0" normalizeH="0" baseline="0" noProof="0" dirty="0">
              <a:ln>
                <a:noFill/>
              </a:ln>
              <a:solidFill>
                <a:srgbClr val="58585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15">
            <a:extLst>
              <a:ext uri="{FF2B5EF4-FFF2-40B4-BE49-F238E27FC236}">
                <a16:creationId xmlns:a16="http://schemas.microsoft.com/office/drawing/2014/main" id="{10BF0FB7-278C-E817-7F39-C665476EADDE}"/>
              </a:ext>
            </a:extLst>
          </p:cNvPr>
          <p:cNvSpPr txBox="1"/>
          <p:nvPr/>
        </p:nvSpPr>
        <p:spPr>
          <a:xfrm>
            <a:off x="457200" y="448056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LE5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_ACC_8}}</a:t>
            </a:r>
            <a:endParaRPr kumimoji="0" sz="700" b="0" i="1" u="none" strike="noStrike" kern="1200" cap="none" spc="0" normalizeH="0" baseline="0" noProof="0" dirty="0">
              <a:ln>
                <a:noFill/>
              </a:ln>
              <a:solidFill>
                <a:srgbClr val="58585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TextBox 16">
            <a:extLst>
              <a:ext uri="{FF2B5EF4-FFF2-40B4-BE49-F238E27FC236}">
                <a16:creationId xmlns:a16="http://schemas.microsoft.com/office/drawing/2014/main" id="{67ABFCE9-66BA-7020-CC83-0CF411D6ABB5}"/>
              </a:ext>
            </a:extLst>
          </p:cNvPr>
          <p:cNvSpPr txBox="1"/>
          <p:nvPr/>
        </p:nvSpPr>
        <p:spPr>
          <a:xfrm>
            <a:off x="457200" y="480060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LE5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_ACC_9}}</a:t>
            </a:r>
            <a:endParaRPr kumimoji="0" sz="700" b="0" i="1" u="none" strike="noStrike" kern="1200" cap="none" spc="0" normalizeH="0" baseline="0" noProof="0" dirty="0">
              <a:ln>
                <a:noFill/>
              </a:ln>
              <a:solidFill>
                <a:srgbClr val="58585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17">
            <a:extLst>
              <a:ext uri="{FF2B5EF4-FFF2-40B4-BE49-F238E27FC236}">
                <a16:creationId xmlns:a16="http://schemas.microsoft.com/office/drawing/2014/main" id="{523BD3C9-5C59-6BEA-2BAF-BE6DBE79D1AE}"/>
              </a:ext>
            </a:extLst>
          </p:cNvPr>
          <p:cNvSpPr/>
          <p:nvPr/>
        </p:nvSpPr>
        <p:spPr>
          <a:xfrm>
            <a:off x="457200" y="5303520"/>
            <a:ext cx="1124712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INDICADORES DE ÉXITO / RESULTADOS (META ESTIMADA {{AÑO}}) Avance {{TRIMESTRE}}</a:t>
            </a:r>
          </a:p>
        </p:txBody>
      </p:sp>
      <p:sp>
        <p:nvSpPr>
          <p:cNvPr id="28" name="TextBox 18">
            <a:extLst>
              <a:ext uri="{FF2B5EF4-FFF2-40B4-BE49-F238E27FC236}">
                <a16:creationId xmlns:a16="http://schemas.microsoft.com/office/drawing/2014/main" id="{710A18A6-1E2B-9F35-E375-619845915803}"/>
              </a:ext>
            </a:extLst>
          </p:cNvPr>
          <p:cNvSpPr txBox="1"/>
          <p:nvPr/>
        </p:nvSpPr>
        <p:spPr>
          <a:xfrm>
            <a:off x="457200" y="5669280"/>
            <a:ext cx="36576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LE5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_IND_1}} ({{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LE5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_META_1}}) 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LE5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_RES_1}}</a:t>
            </a:r>
          </a:p>
        </p:txBody>
      </p:sp>
      <p:sp>
        <p:nvSpPr>
          <p:cNvPr id="29" name="TextBox 19">
            <a:extLst>
              <a:ext uri="{FF2B5EF4-FFF2-40B4-BE49-F238E27FC236}">
                <a16:creationId xmlns:a16="http://schemas.microsoft.com/office/drawing/2014/main" id="{CA967AD0-3E52-5026-DA31-276543B3BC30}"/>
              </a:ext>
            </a:extLst>
          </p:cNvPr>
          <p:cNvSpPr txBox="1"/>
          <p:nvPr/>
        </p:nvSpPr>
        <p:spPr>
          <a:xfrm>
            <a:off x="4297680" y="5669280"/>
            <a:ext cx="36576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LE5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_IND_2}} ({{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LE5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_META_2}}) 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LE5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_RES_2}}</a:t>
            </a:r>
          </a:p>
        </p:txBody>
      </p:sp>
      <p:sp>
        <p:nvSpPr>
          <p:cNvPr id="30" name="TextBox 20">
            <a:extLst>
              <a:ext uri="{FF2B5EF4-FFF2-40B4-BE49-F238E27FC236}">
                <a16:creationId xmlns:a16="http://schemas.microsoft.com/office/drawing/2014/main" id="{EBCAEA70-DF1C-8497-EDDE-1B0239424B6D}"/>
              </a:ext>
            </a:extLst>
          </p:cNvPr>
          <p:cNvSpPr txBox="1"/>
          <p:nvPr/>
        </p:nvSpPr>
        <p:spPr>
          <a:xfrm>
            <a:off x="8138160" y="5669280"/>
            <a:ext cx="36576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LE5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_IND_3}} ({{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LE5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_META_3}}) 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LE5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_RES_3}}</a:t>
            </a:r>
          </a:p>
        </p:txBody>
      </p:sp>
      <p:sp>
        <p:nvSpPr>
          <p:cNvPr id="31" name="TextBox 21">
            <a:extLst>
              <a:ext uri="{FF2B5EF4-FFF2-40B4-BE49-F238E27FC236}">
                <a16:creationId xmlns:a16="http://schemas.microsoft.com/office/drawing/2014/main" id="{EF671A99-C875-C768-2A77-4E3E28667988}"/>
              </a:ext>
            </a:extLst>
          </p:cNvPr>
          <p:cNvSpPr txBox="1"/>
          <p:nvPr/>
        </p:nvSpPr>
        <p:spPr>
          <a:xfrm>
            <a:off x="457200" y="5943600"/>
            <a:ext cx="36576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LE5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_IND_4}} ({{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LE5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_META_4}}) 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LE5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_RES_4}}</a:t>
            </a:r>
          </a:p>
        </p:txBody>
      </p:sp>
      <p:sp>
        <p:nvSpPr>
          <p:cNvPr id="32" name="TextBox 22">
            <a:extLst>
              <a:ext uri="{FF2B5EF4-FFF2-40B4-BE49-F238E27FC236}">
                <a16:creationId xmlns:a16="http://schemas.microsoft.com/office/drawing/2014/main" id="{B55B0D01-2962-E178-6648-1BDABA274CA1}"/>
              </a:ext>
            </a:extLst>
          </p:cNvPr>
          <p:cNvSpPr txBox="1"/>
          <p:nvPr/>
        </p:nvSpPr>
        <p:spPr>
          <a:xfrm>
            <a:off x="4297680" y="5943600"/>
            <a:ext cx="36576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LE5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_IND_5}} ({{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LE5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_META_5}}) 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LE5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_RES_5}}</a:t>
            </a:r>
          </a:p>
        </p:txBody>
      </p:sp>
      <p:sp>
        <p:nvSpPr>
          <p:cNvPr id="33" name="TextBox 23">
            <a:extLst>
              <a:ext uri="{FF2B5EF4-FFF2-40B4-BE49-F238E27FC236}">
                <a16:creationId xmlns:a16="http://schemas.microsoft.com/office/drawing/2014/main" id="{B1427CE5-408A-AD7C-D6DE-549AA50AEB07}"/>
              </a:ext>
            </a:extLst>
          </p:cNvPr>
          <p:cNvSpPr txBox="1"/>
          <p:nvPr/>
        </p:nvSpPr>
        <p:spPr>
          <a:xfrm>
            <a:off x="8138160" y="5943600"/>
            <a:ext cx="36576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LE5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_IND_6}} ({{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LE5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_META_6}}) 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LE5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_RES_6}}</a:t>
            </a:r>
          </a:p>
        </p:txBody>
      </p:sp>
      <p:sp>
        <p:nvSpPr>
          <p:cNvPr id="34" name="TextBox 24">
            <a:extLst>
              <a:ext uri="{FF2B5EF4-FFF2-40B4-BE49-F238E27FC236}">
                <a16:creationId xmlns:a16="http://schemas.microsoft.com/office/drawing/2014/main" id="{900B543B-27B6-5E6D-0B7C-706C9203E100}"/>
              </a:ext>
            </a:extLst>
          </p:cNvPr>
          <p:cNvSpPr txBox="1"/>
          <p:nvPr/>
        </p:nvSpPr>
        <p:spPr>
          <a:xfrm>
            <a:off x="457200" y="6217920"/>
            <a:ext cx="36576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LE5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_IND_7}} ({{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LE5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_META_7}}) 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LE5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_RES_7}}</a:t>
            </a:r>
          </a:p>
        </p:txBody>
      </p:sp>
      <p:sp>
        <p:nvSpPr>
          <p:cNvPr id="59" name="TextBox 25">
            <a:extLst>
              <a:ext uri="{FF2B5EF4-FFF2-40B4-BE49-F238E27FC236}">
                <a16:creationId xmlns:a16="http://schemas.microsoft.com/office/drawing/2014/main" id="{576D384D-F98A-C7EA-0DAA-EE66AF6D06BE}"/>
              </a:ext>
            </a:extLst>
          </p:cNvPr>
          <p:cNvSpPr txBox="1"/>
          <p:nvPr/>
        </p:nvSpPr>
        <p:spPr>
          <a:xfrm>
            <a:off x="4297680" y="6217920"/>
            <a:ext cx="36576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LE5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_IND_8}} ({{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LE5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_META_8}}) 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LE5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_RES_8}}</a:t>
            </a:r>
          </a:p>
        </p:txBody>
      </p:sp>
      <p:sp>
        <p:nvSpPr>
          <p:cNvPr id="63" name="TextBox 26">
            <a:extLst>
              <a:ext uri="{FF2B5EF4-FFF2-40B4-BE49-F238E27FC236}">
                <a16:creationId xmlns:a16="http://schemas.microsoft.com/office/drawing/2014/main" id="{F4E32729-BE13-F4FB-B9F2-C6083D4CF97A}"/>
              </a:ext>
            </a:extLst>
          </p:cNvPr>
          <p:cNvSpPr txBox="1"/>
          <p:nvPr/>
        </p:nvSpPr>
        <p:spPr>
          <a:xfrm>
            <a:off x="8138160" y="6217920"/>
            <a:ext cx="36576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LE5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_IND_9}} ({{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LE5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_META_9}}) {{</a:t>
            </a:r>
            <a:r>
              <a:rPr kumimoji="0" lang="es-CO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LE5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_RES_9}}</a:t>
            </a: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5D01E64E-4851-E559-5305-A97CC3D239F1}"/>
              </a:ext>
            </a:extLst>
          </p:cNvPr>
          <p:cNvSpPr txBox="1"/>
          <p:nvPr/>
        </p:nvSpPr>
        <p:spPr>
          <a:xfrm>
            <a:off x="6217920" y="219456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LE5</a:t>
            </a:r>
            <a:r>
              <a:rPr kumimoji="0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_AVA_1}}</a:t>
            </a: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2CBED446-AD6D-8238-8A71-DAE31A3F06F7}"/>
              </a:ext>
            </a:extLst>
          </p:cNvPr>
          <p:cNvSpPr txBox="1"/>
          <p:nvPr/>
        </p:nvSpPr>
        <p:spPr>
          <a:xfrm>
            <a:off x="6217920" y="251460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LE5</a:t>
            </a:r>
            <a:r>
              <a:rPr kumimoji="0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_AVA_2}}</a:t>
            </a:r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71DD2AD6-3D93-5BDE-D310-9E3B6E9445AC}"/>
              </a:ext>
            </a:extLst>
          </p:cNvPr>
          <p:cNvSpPr txBox="1"/>
          <p:nvPr/>
        </p:nvSpPr>
        <p:spPr>
          <a:xfrm>
            <a:off x="6217920" y="283464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LE5</a:t>
            </a:r>
            <a:r>
              <a:rPr kumimoji="0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_AVA_3}}</a:t>
            </a:r>
          </a:p>
        </p:txBody>
      </p:sp>
      <p:sp>
        <p:nvSpPr>
          <p:cNvPr id="6" name="TextBox 11">
            <a:extLst>
              <a:ext uri="{FF2B5EF4-FFF2-40B4-BE49-F238E27FC236}">
                <a16:creationId xmlns:a16="http://schemas.microsoft.com/office/drawing/2014/main" id="{6EE13D2C-DA92-C3C2-F809-7DBCD24ADE58}"/>
              </a:ext>
            </a:extLst>
          </p:cNvPr>
          <p:cNvSpPr txBox="1"/>
          <p:nvPr/>
        </p:nvSpPr>
        <p:spPr>
          <a:xfrm>
            <a:off x="6217920" y="315468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LE5</a:t>
            </a:r>
            <a:r>
              <a:rPr kumimoji="0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_AVA_4}}</a:t>
            </a: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C353FCB0-5AC4-C645-F4BB-CFF600590D69}"/>
              </a:ext>
            </a:extLst>
          </p:cNvPr>
          <p:cNvSpPr txBox="1"/>
          <p:nvPr/>
        </p:nvSpPr>
        <p:spPr>
          <a:xfrm>
            <a:off x="6217920" y="347472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LE5</a:t>
            </a:r>
            <a:r>
              <a:rPr kumimoji="0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_AVA_5}}</a:t>
            </a:r>
          </a:p>
        </p:txBody>
      </p:sp>
      <p:sp>
        <p:nvSpPr>
          <p:cNvPr id="12" name="TextBox 13">
            <a:extLst>
              <a:ext uri="{FF2B5EF4-FFF2-40B4-BE49-F238E27FC236}">
                <a16:creationId xmlns:a16="http://schemas.microsoft.com/office/drawing/2014/main" id="{03FE1071-7D50-5607-7A98-05B0ADEC6CFC}"/>
              </a:ext>
            </a:extLst>
          </p:cNvPr>
          <p:cNvSpPr txBox="1"/>
          <p:nvPr/>
        </p:nvSpPr>
        <p:spPr>
          <a:xfrm>
            <a:off x="6217920" y="379476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LE5</a:t>
            </a:r>
            <a:r>
              <a:rPr kumimoji="0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_AVA_6}}</a:t>
            </a:r>
          </a:p>
        </p:txBody>
      </p:sp>
      <p:sp>
        <p:nvSpPr>
          <p:cNvPr id="17" name="TextBox 14">
            <a:extLst>
              <a:ext uri="{FF2B5EF4-FFF2-40B4-BE49-F238E27FC236}">
                <a16:creationId xmlns:a16="http://schemas.microsoft.com/office/drawing/2014/main" id="{5D6B1EF9-F2C2-F82E-F65B-E9EA31B55F3C}"/>
              </a:ext>
            </a:extLst>
          </p:cNvPr>
          <p:cNvSpPr txBox="1"/>
          <p:nvPr/>
        </p:nvSpPr>
        <p:spPr>
          <a:xfrm>
            <a:off x="6217920" y="411480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LE5</a:t>
            </a:r>
            <a:r>
              <a:rPr kumimoji="0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_AVA_7}}</a:t>
            </a: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F2E0E7FC-FC10-88B2-FC1F-12DE1A773590}"/>
              </a:ext>
            </a:extLst>
          </p:cNvPr>
          <p:cNvSpPr txBox="1"/>
          <p:nvPr/>
        </p:nvSpPr>
        <p:spPr>
          <a:xfrm>
            <a:off x="6217920" y="443484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LE5</a:t>
            </a:r>
            <a:r>
              <a:rPr kumimoji="0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_AVA_8}}</a:t>
            </a:r>
          </a:p>
        </p:txBody>
      </p:sp>
      <p:sp>
        <p:nvSpPr>
          <p:cNvPr id="19" name="TextBox 16">
            <a:extLst>
              <a:ext uri="{FF2B5EF4-FFF2-40B4-BE49-F238E27FC236}">
                <a16:creationId xmlns:a16="http://schemas.microsoft.com/office/drawing/2014/main" id="{EB9D57B0-C94D-ADF2-D7E7-F48114D7CD4E}"/>
              </a:ext>
            </a:extLst>
          </p:cNvPr>
          <p:cNvSpPr txBox="1"/>
          <p:nvPr/>
        </p:nvSpPr>
        <p:spPr>
          <a:xfrm>
            <a:off x="6217920" y="4754880"/>
            <a:ext cx="5486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{{</a:t>
            </a:r>
            <a:r>
              <a:rPr kumimoji="0" lang="es-CO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LE5</a:t>
            </a:r>
            <a:r>
              <a:rPr kumimoji="0" sz="700" b="0" i="1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_AVA_9}}</a:t>
            </a:r>
          </a:p>
        </p:txBody>
      </p:sp>
    </p:spTree>
    <p:extLst>
      <p:ext uri="{BB962C8B-B14F-4D97-AF65-F5344CB8AC3E}">
        <p14:creationId xmlns:p14="http://schemas.microsoft.com/office/powerpoint/2010/main" val="2838710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B9429-4AB9-86C2-3CEB-2045B32F4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ángulo 32">
            <a:extLst>
              <a:ext uri="{FF2B5EF4-FFF2-40B4-BE49-F238E27FC236}">
                <a16:creationId xmlns:a16="http://schemas.microsoft.com/office/drawing/2014/main" id="{45E3BD8A-F1B0-9A48-956B-07A7790D61E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1804691"/>
          </a:xfrm>
          <a:prstGeom prst="rect">
            <a:avLst/>
          </a:prstGeom>
          <a:solidFill>
            <a:srgbClr val="8FAA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utura Std Book" panose="020B0502020204020303" pitchFamily="34" charset="0"/>
              <a:ea typeface="+mn-ea"/>
              <a:cs typeface="+mn-cs"/>
            </a:endParaRPr>
          </a:p>
        </p:txBody>
      </p:sp>
      <p:pic>
        <p:nvPicPr>
          <p:cNvPr id="22" name="Gráfico 21">
            <a:extLst>
              <a:ext uri="{FF2B5EF4-FFF2-40B4-BE49-F238E27FC236}">
                <a16:creationId xmlns:a16="http://schemas.microsoft.com/office/drawing/2014/main" id="{BF1F1626-6142-0F88-AAE3-AC2E0D2C1A2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73498" y="197373"/>
            <a:ext cx="1964463" cy="609473"/>
          </a:xfrm>
          <a:prstGeom prst="rect">
            <a:avLst/>
          </a:prstGeom>
        </p:spPr>
      </p:pic>
      <p:sp>
        <p:nvSpPr>
          <p:cNvPr id="11" name="object 4">
            <a:extLst>
              <a:ext uri="{FF2B5EF4-FFF2-40B4-BE49-F238E27FC236}">
                <a16:creationId xmlns:a16="http://schemas.microsoft.com/office/drawing/2014/main" id="{45E8E4D4-525B-3359-EC38-FAF7E3B00F37}"/>
              </a:ext>
            </a:extLst>
          </p:cNvPr>
          <p:cNvSpPr txBox="1">
            <a:spLocks/>
          </p:cNvSpPr>
          <p:nvPr/>
        </p:nvSpPr>
        <p:spPr>
          <a:xfrm>
            <a:off x="391126" y="466820"/>
            <a:ext cx="9757727" cy="504625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3200" b="1" i="0" u="none" strike="noStrike" kern="1200" cap="none" spc="30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utura Std Condensed ExtBd"/>
                <a:ea typeface="Times New Roman" panose="02020603050405020304" pitchFamily="18" charset="0"/>
                <a:cs typeface="Arial Black" panose="020B0604020202020204" pitchFamily="34" charset="0"/>
              </a:rPr>
              <a:t>CASOS DE ÉXITO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6E97132-1896-0332-9EA3-E1E0C2B6E2DE}"/>
              </a:ext>
            </a:extLst>
          </p:cNvPr>
          <p:cNvSpPr/>
          <p:nvPr/>
        </p:nvSpPr>
        <p:spPr>
          <a:xfrm>
            <a:off x="201066" y="1217818"/>
            <a:ext cx="11709361" cy="67760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C87D50F-8526-0300-EBB6-A02ADC1A41F0}"/>
              </a:ext>
            </a:extLst>
          </p:cNvPr>
          <p:cNvSpPr/>
          <p:nvPr/>
        </p:nvSpPr>
        <p:spPr>
          <a:xfrm>
            <a:off x="201066" y="1260110"/>
            <a:ext cx="11742268" cy="622074"/>
          </a:xfrm>
          <a:prstGeom prst="rect">
            <a:avLst/>
          </a:prstGeom>
          <a:solidFill>
            <a:srgbClr val="AB1C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C8AB230B-805E-BAF1-83EE-1F93D7DD34C7}"/>
              </a:ext>
            </a:extLst>
          </p:cNvPr>
          <p:cNvSpPr txBox="1"/>
          <p:nvPr/>
        </p:nvSpPr>
        <p:spPr>
          <a:xfrm>
            <a:off x="641491" y="1482074"/>
            <a:ext cx="29458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ctr">
              <a:defRPr sz="1600" b="1">
                <a:solidFill>
                  <a:prstClr val="white"/>
                </a:solidFill>
                <a:latin typeface="Muller Narrow ExtraBold" pitchFamily="2" charset="77"/>
                <a:ea typeface="Century Gothic" charset="0"/>
                <a:cs typeface="Century Gothic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0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Std Condensed ExtBd" panose="020B0502020204020303" pitchFamily="34" charset="0"/>
                <a:cs typeface="Arial Black" panose="020B0604020202020204" pitchFamily="34" charset="0"/>
              </a:rPr>
              <a:t>{{TIPO}}</a:t>
            </a:r>
          </a:p>
        </p:txBody>
      </p:sp>
      <p:pic>
        <p:nvPicPr>
          <p:cNvPr id="18" name="Gráfico 17">
            <a:extLst>
              <a:ext uri="{FF2B5EF4-FFF2-40B4-BE49-F238E27FC236}">
                <a16:creationId xmlns:a16="http://schemas.microsoft.com/office/drawing/2014/main" id="{4CE82CDE-3E90-881C-9CAD-59F047649BA0}"/>
              </a:ext>
            </a:extLst>
          </p:cNvPr>
          <p:cNvPicPr/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b="17836"/>
          <a:stretch/>
        </p:blipFill>
        <p:spPr>
          <a:xfrm>
            <a:off x="197800" y="1356545"/>
            <a:ext cx="506014" cy="519696"/>
          </a:xfrm>
          <a:prstGeom prst="rect">
            <a:avLst/>
          </a:prstGeom>
        </p:spPr>
      </p:pic>
      <p:sp>
        <p:nvSpPr>
          <p:cNvPr id="2" name="TextBox 5">
            <a:extLst>
              <a:ext uri="{FF2B5EF4-FFF2-40B4-BE49-F238E27FC236}">
                <a16:creationId xmlns:a16="http://schemas.microsoft.com/office/drawing/2014/main" id="{EA690291-8365-51A7-54EE-8A73C9B90E59}"/>
              </a:ext>
            </a:extLst>
          </p:cNvPr>
          <p:cNvSpPr txBox="1"/>
          <p:nvPr/>
        </p:nvSpPr>
        <p:spPr>
          <a:xfrm>
            <a:off x="457200" y="1984236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3A5C"/>
                </a:solidFill>
                <a:latin typeface="Calibri"/>
              </a:rPr>
              <a:t>★ {{CASO_1_TIT}}</a:t>
            </a:r>
          </a:p>
          <a:p>
            <a:r>
              <a:rPr sz="800">
                <a:solidFill>
                  <a:srgbClr val="333333"/>
                </a:solidFill>
                <a:latin typeface="Calibri"/>
              </a:rPr>
              <a:t>{{CASO_1_DESC}}</a:t>
            </a:r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3896C040-5D4A-7A2D-86B6-0FE35C3316D1}"/>
              </a:ext>
            </a:extLst>
          </p:cNvPr>
          <p:cNvSpPr txBox="1"/>
          <p:nvPr/>
        </p:nvSpPr>
        <p:spPr>
          <a:xfrm>
            <a:off x="457200" y="2990076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3A5C"/>
                </a:solidFill>
                <a:latin typeface="Calibri"/>
              </a:rPr>
              <a:t>★ {{CASO_2_TIT}}</a:t>
            </a:r>
          </a:p>
          <a:p>
            <a:r>
              <a:rPr sz="800">
                <a:solidFill>
                  <a:srgbClr val="333333"/>
                </a:solidFill>
                <a:latin typeface="Calibri"/>
              </a:rPr>
              <a:t>{{CASO_2_DESC}}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3621495B-E54A-9D29-E89F-BA496AB993DB}"/>
              </a:ext>
            </a:extLst>
          </p:cNvPr>
          <p:cNvSpPr txBox="1"/>
          <p:nvPr/>
        </p:nvSpPr>
        <p:spPr>
          <a:xfrm>
            <a:off x="457200" y="3995916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3A5C"/>
                </a:solidFill>
                <a:latin typeface="Calibri"/>
              </a:rPr>
              <a:t>★ {{CASO_3_TIT}}</a:t>
            </a:r>
          </a:p>
          <a:p>
            <a:r>
              <a:rPr sz="800">
                <a:solidFill>
                  <a:srgbClr val="333333"/>
                </a:solidFill>
                <a:latin typeface="Calibri"/>
              </a:rPr>
              <a:t>{{CASO_3_DESC}}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045620-0ED8-67C1-248B-8BA9014869CF}"/>
              </a:ext>
            </a:extLst>
          </p:cNvPr>
          <p:cNvSpPr txBox="1"/>
          <p:nvPr/>
        </p:nvSpPr>
        <p:spPr>
          <a:xfrm>
            <a:off x="457200" y="5001756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3A5C"/>
                </a:solidFill>
                <a:latin typeface="Calibri"/>
              </a:rPr>
              <a:t>★ {{CASO_4_TIT}}</a:t>
            </a:r>
          </a:p>
          <a:p>
            <a:r>
              <a:rPr sz="800">
                <a:solidFill>
                  <a:srgbClr val="333333"/>
                </a:solidFill>
                <a:latin typeface="Calibri"/>
              </a:rPr>
              <a:t>{{CASO_4_DESC}}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A67B4D-CC52-10A9-6632-B0BC641CB52F}"/>
              </a:ext>
            </a:extLst>
          </p:cNvPr>
          <p:cNvSpPr txBox="1"/>
          <p:nvPr/>
        </p:nvSpPr>
        <p:spPr>
          <a:xfrm>
            <a:off x="457200" y="6007596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3A5C"/>
                </a:solidFill>
                <a:latin typeface="Calibri"/>
              </a:rPr>
              <a:t>★ {{CASO_5_TIT}}</a:t>
            </a:r>
          </a:p>
          <a:p>
            <a:r>
              <a:rPr sz="800">
                <a:solidFill>
                  <a:srgbClr val="333333"/>
                </a:solidFill>
                <a:latin typeface="Calibri"/>
              </a:rPr>
              <a:t>{{CASO_5_DESC}}</a:t>
            </a:r>
          </a:p>
        </p:txBody>
      </p:sp>
    </p:spTree>
    <p:extLst>
      <p:ext uri="{BB962C8B-B14F-4D97-AF65-F5344CB8AC3E}">
        <p14:creationId xmlns:p14="http://schemas.microsoft.com/office/powerpoint/2010/main" val="113557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138FC-958F-DA39-4A29-66BB00EF5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A2C751E-8566-A933-30CB-3296F932502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1" cy="67818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4044AC15-E64F-7AE8-749C-0973D1C3359F}"/>
              </a:ext>
            </a:extLst>
          </p:cNvPr>
          <p:cNvSpPr/>
          <p:nvPr/>
        </p:nvSpPr>
        <p:spPr>
          <a:xfrm>
            <a:off x="0" y="552450"/>
            <a:ext cx="12192000" cy="622935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82000">
                <a:schemeClr val="bg1">
                  <a:alpha val="96478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32C43F0-57EA-B53F-5A8F-0397236CEF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97204" y="5772189"/>
            <a:ext cx="3520422" cy="586736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2322130E-FCD9-DCA8-15F3-BC0EAB5E1C5E}"/>
              </a:ext>
            </a:extLst>
          </p:cNvPr>
          <p:cNvSpPr txBox="1"/>
          <p:nvPr/>
        </p:nvSpPr>
        <p:spPr>
          <a:xfrm>
            <a:off x="3466915" y="3429000"/>
            <a:ext cx="525817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8000" b="1" i="0" u="none" strike="noStrike" kern="1200" cap="none" spc="30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utura Std Book" panose="020B0502020204020303" pitchFamily="34" charset="77"/>
                <a:ea typeface="+mn-ea"/>
                <a:cs typeface="+mn-cs"/>
              </a:rPr>
              <a:t>GRACIAS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7A0EBFBE-9021-A703-786B-3F822B3E76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343360" y="1149260"/>
            <a:ext cx="3028111" cy="939470"/>
          </a:xfrm>
          <a:prstGeom prst="rect">
            <a:avLst/>
          </a:prstGeom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CD27DB47-960C-4A47-DBBC-5717E7CE09D7}"/>
              </a:ext>
            </a:extLst>
          </p:cNvPr>
          <p:cNvSpPr txBox="1"/>
          <p:nvPr/>
        </p:nvSpPr>
        <p:spPr>
          <a:xfrm>
            <a:off x="914400" y="4986235"/>
            <a:ext cx="1005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dirty="0">
                <a:solidFill>
                  <a:srgbClr val="002060"/>
                </a:solidFill>
                <a:latin typeface="Calibri"/>
              </a:rPr>
              <a:t>ProColombia — Planeación </a:t>
            </a:r>
            <a:r>
              <a:rPr sz="1800" b="1" dirty="0" err="1">
                <a:solidFill>
                  <a:srgbClr val="002060"/>
                </a:solidFill>
                <a:latin typeface="Calibri"/>
              </a:rPr>
              <a:t>Estratégica</a:t>
            </a:r>
            <a:r>
              <a:rPr sz="1800" b="1" dirty="0">
                <a:solidFill>
                  <a:srgbClr val="002060"/>
                </a:solidFill>
                <a:latin typeface="Calibri"/>
              </a:rPr>
              <a:t> {{AÑO}}</a:t>
            </a:r>
          </a:p>
        </p:txBody>
      </p:sp>
    </p:spTree>
    <p:extLst>
      <p:ext uri="{BB962C8B-B14F-4D97-AF65-F5344CB8AC3E}">
        <p14:creationId xmlns:p14="http://schemas.microsoft.com/office/powerpoint/2010/main" val="16435373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3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2577</Words>
  <Application>Microsoft Office PowerPoint</Application>
  <PresentationFormat>Panorámica</PresentationFormat>
  <Paragraphs>302</Paragraphs>
  <Slides>12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12</vt:i4>
      </vt:variant>
    </vt:vector>
  </HeadingPairs>
  <TitlesOfParts>
    <vt:vector size="24" baseType="lpstr">
      <vt:lpstr>Aptos</vt:lpstr>
      <vt:lpstr>Aptos Display</vt:lpstr>
      <vt:lpstr>Arial</vt:lpstr>
      <vt:lpstr>Arial Black</vt:lpstr>
      <vt:lpstr>Calibri</vt:lpstr>
      <vt:lpstr>Century Gothic</vt:lpstr>
      <vt:lpstr>Futura Std Book</vt:lpstr>
      <vt:lpstr>Futura Std Condensed</vt:lpstr>
      <vt:lpstr>Futura Std Condensed ExtBd</vt:lpstr>
      <vt:lpstr>Office Theme</vt:lpstr>
      <vt:lpstr>Tema de Office</vt:lpstr>
      <vt:lpstr>3_Tema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Nestor Enrique Forero Herrera</cp:lastModifiedBy>
  <cp:revision>1</cp:revision>
  <dcterms:created xsi:type="dcterms:W3CDTF">2013-01-27T09:14:16Z</dcterms:created>
  <dcterms:modified xsi:type="dcterms:W3CDTF">2026-03-27T17:00:27Z</dcterms:modified>
  <cp:category/>
</cp:coreProperties>
</file>